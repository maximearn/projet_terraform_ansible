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9" r:id="rId2"/>
    <p:sldId id="263" r:id="rId3"/>
    <p:sldId id="267" r:id="rId4"/>
    <p:sldId id="276" r:id="rId5"/>
    <p:sldId id="301" r:id="rId6"/>
    <p:sldId id="302" r:id="rId7"/>
    <p:sldId id="303" r:id="rId8"/>
    <p:sldId id="304" r:id="rId9"/>
    <p:sldId id="305" r:id="rId10"/>
    <p:sldId id="298" r:id="rId11"/>
    <p:sldId id="299" r:id="rId12"/>
    <p:sldId id="306" r:id="rId13"/>
    <p:sldId id="309" r:id="rId14"/>
    <p:sldId id="311" r:id="rId15"/>
    <p:sldId id="312" r:id="rId16"/>
    <p:sldId id="300" r:id="rId17"/>
    <p:sldId id="307" r:id="rId18"/>
    <p:sldId id="313" r:id="rId19"/>
    <p:sldId id="314" r:id="rId20"/>
    <p:sldId id="315" r:id="rId21"/>
    <p:sldId id="316" r:id="rId22"/>
    <p:sldId id="317" r:id="rId23"/>
    <p:sldId id="318" r:id="rId24"/>
    <p:sldId id="319" r:id="rId25"/>
    <p:sldId id="323" r:id="rId26"/>
    <p:sldId id="308" r:id="rId27"/>
    <p:sldId id="320" r:id="rId28"/>
    <p:sldId id="322" r:id="rId29"/>
    <p:sldId id="324" r:id="rId30"/>
    <p:sldId id="325" r:id="rId31"/>
    <p:sldId id="326" r:id="rId32"/>
    <p:sldId id="327" r:id="rId33"/>
    <p:sldId id="321" r:id="rId34"/>
    <p:sldId id="328" r:id="rId35"/>
    <p:sldId id="330" r:id="rId36"/>
    <p:sldId id="331" r:id="rId37"/>
    <p:sldId id="332" r:id="rId38"/>
    <p:sldId id="333" r:id="rId39"/>
    <p:sldId id="334" r:id="rId40"/>
    <p:sldId id="329" r:id="rId41"/>
    <p:sldId id="336" r:id="rId42"/>
    <p:sldId id="337" r:id="rId43"/>
    <p:sldId id="338" r:id="rId44"/>
    <p:sldId id="339" r:id="rId45"/>
    <p:sldId id="340" r:id="rId46"/>
    <p:sldId id="341" r:id="rId47"/>
    <p:sldId id="342" r:id="rId48"/>
    <p:sldId id="335" r:id="rId49"/>
    <p:sldId id="343" r:id="rId50"/>
    <p:sldId id="345" r:id="rId51"/>
    <p:sldId id="348" r:id="rId52"/>
    <p:sldId id="350" r:id="rId53"/>
    <p:sldId id="349" r:id="rId54"/>
    <p:sldId id="351" r:id="rId55"/>
    <p:sldId id="352" r:id="rId56"/>
    <p:sldId id="344" r:id="rId57"/>
    <p:sldId id="264" r:id="rId5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2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AA404F-EE2C-B1CA-18CF-0FCDEFD80442}" v="1336" dt="2026-08-15T10:10:18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oz Pay" userId="S::amoz1.pay@supinfo.com::4d2f8cb2-b070-4ae8-bcd7-1f67ea500ae8" providerId="AD" clId="Web-{DC1C731A-088A-1F39-513A-C22807DF2E3B}"/>
    <pc:docChg chg="addSld delSld modSld sldOrd">
      <pc:chgData name="Amoz Pay" userId="S::amoz1.pay@supinfo.com::4d2f8cb2-b070-4ae8-bcd7-1f67ea500ae8" providerId="AD" clId="Web-{DC1C731A-088A-1F39-513A-C22807DF2E3B}" dt="2026-08-10T15:56:25.061" v="579"/>
      <pc:docMkLst>
        <pc:docMk/>
      </pc:docMkLst>
      <pc:sldChg chg="modSp add replId">
        <pc:chgData name="Amoz Pay" userId="S::amoz1.pay@supinfo.com::4d2f8cb2-b070-4ae8-bcd7-1f67ea500ae8" providerId="AD" clId="Web-{DC1C731A-088A-1F39-513A-C22807DF2E3B}" dt="2026-08-10T15:19:43.341" v="30" actId="20577"/>
        <pc:sldMkLst>
          <pc:docMk/>
          <pc:sldMk cId="2125951001" sldId="309"/>
        </pc:sldMkLst>
        <pc:spChg chg="mod">
          <ac:chgData name="Amoz Pay" userId="S::amoz1.pay@supinfo.com::4d2f8cb2-b070-4ae8-bcd7-1f67ea500ae8" providerId="AD" clId="Web-{DC1C731A-088A-1F39-513A-C22807DF2E3B}" dt="2026-08-10T15:19:43.341" v="30" actId="20577"/>
          <ac:spMkLst>
            <pc:docMk/>
            <pc:sldMk cId="2125951001" sldId="309"/>
            <ac:spMk id="2" creationId="{109583DD-86C7-9E7F-AB47-55D6B7004C15}"/>
          </ac:spMkLst>
        </pc:spChg>
        <pc:spChg chg="mod">
          <ac:chgData name="Amoz Pay" userId="S::amoz1.pay@supinfo.com::4d2f8cb2-b070-4ae8-bcd7-1f67ea500ae8" providerId="AD" clId="Web-{DC1C731A-088A-1F39-513A-C22807DF2E3B}" dt="2026-08-10T15:18:58.103" v="10" actId="20577"/>
          <ac:spMkLst>
            <pc:docMk/>
            <pc:sldMk cId="2125951001" sldId="309"/>
            <ac:spMk id="4" creationId="{64F947A1-3C32-3C2C-008F-14B710A8BD6D}"/>
          </ac:spMkLst>
        </pc:spChg>
        <pc:spChg chg="mod">
          <ac:chgData name="Amoz Pay" userId="S::amoz1.pay@supinfo.com::4d2f8cb2-b070-4ae8-bcd7-1f67ea500ae8" providerId="AD" clId="Web-{DC1C731A-088A-1F39-513A-C22807DF2E3B}" dt="2026-08-10T15:19:12.729" v="24"/>
          <ac:spMkLst>
            <pc:docMk/>
            <pc:sldMk cId="2125951001" sldId="309"/>
            <ac:spMk id="8" creationId="{9F07E6EF-107D-1413-FC8A-B31B4FACC7DB}"/>
          </ac:spMkLst>
        </pc:spChg>
      </pc:sldChg>
      <pc:sldChg chg="modSp add replId">
        <pc:chgData name="Amoz Pay" userId="S::amoz1.pay@supinfo.com::4d2f8cb2-b070-4ae8-bcd7-1f67ea500ae8" providerId="AD" clId="Web-{DC1C731A-088A-1F39-513A-C22807DF2E3B}" dt="2026-08-10T15:26:20.963" v="69" actId="20577"/>
        <pc:sldMkLst>
          <pc:docMk/>
          <pc:sldMk cId="2433468062" sldId="311"/>
        </pc:sldMkLst>
        <pc:spChg chg="mod">
          <ac:chgData name="Amoz Pay" userId="S::amoz1.pay@supinfo.com::4d2f8cb2-b070-4ae8-bcd7-1f67ea500ae8" providerId="AD" clId="Web-{DC1C731A-088A-1F39-513A-C22807DF2E3B}" dt="2026-08-10T15:26:20.963" v="69" actId="20577"/>
          <ac:spMkLst>
            <pc:docMk/>
            <pc:sldMk cId="2433468062" sldId="311"/>
            <ac:spMk id="2" creationId="{85BD1A4F-EF97-B773-AB19-4219AFE12313}"/>
          </ac:spMkLst>
        </pc:spChg>
      </pc:sldChg>
      <pc:sldChg chg="delSp modSp add replId">
        <pc:chgData name="Amoz Pay" userId="S::amoz1.pay@supinfo.com::4d2f8cb2-b070-4ae8-bcd7-1f67ea500ae8" providerId="AD" clId="Web-{DC1C731A-088A-1F39-513A-C22807DF2E3B}" dt="2026-08-10T15:47:13.834" v="374" actId="20577"/>
        <pc:sldMkLst>
          <pc:docMk/>
          <pc:sldMk cId="1196520803" sldId="312"/>
        </pc:sldMkLst>
        <pc:spChg chg="mod">
          <ac:chgData name="Amoz Pay" userId="S::amoz1.pay@supinfo.com::4d2f8cb2-b070-4ae8-bcd7-1f67ea500ae8" providerId="AD" clId="Web-{DC1C731A-088A-1F39-513A-C22807DF2E3B}" dt="2026-08-10T15:47:13.834" v="374" actId="20577"/>
          <ac:spMkLst>
            <pc:docMk/>
            <pc:sldMk cId="1196520803" sldId="312"/>
            <ac:spMk id="2" creationId="{51D66E5A-9E79-2709-BD61-49762AA8DB4D}"/>
          </ac:spMkLst>
        </pc:spChg>
        <pc:spChg chg="mod">
          <ac:chgData name="Amoz Pay" userId="S::amoz1.pay@supinfo.com::4d2f8cb2-b070-4ae8-bcd7-1f67ea500ae8" providerId="AD" clId="Web-{DC1C731A-088A-1F39-513A-C22807DF2E3B}" dt="2026-08-10T15:34:55.703" v="88" actId="20577"/>
          <ac:spMkLst>
            <pc:docMk/>
            <pc:sldMk cId="1196520803" sldId="312"/>
            <ac:spMk id="4" creationId="{4BB0EB6C-6C6E-F0C7-CB17-C837E9511197}"/>
          </ac:spMkLst>
        </pc:spChg>
      </pc:sldChg>
      <pc:sldChg chg="addSp delSp modSp add ord replId">
        <pc:chgData name="Amoz Pay" userId="S::amoz1.pay@supinfo.com::4d2f8cb2-b070-4ae8-bcd7-1f67ea500ae8" providerId="AD" clId="Web-{DC1C731A-088A-1F39-513A-C22807DF2E3B}" dt="2026-08-10T15:53:56.863" v="506" actId="1076"/>
        <pc:sldMkLst>
          <pc:docMk/>
          <pc:sldMk cId="3940283231" sldId="313"/>
        </pc:sldMkLst>
        <pc:spChg chg="mod">
          <ac:chgData name="Amoz Pay" userId="S::amoz1.pay@supinfo.com::4d2f8cb2-b070-4ae8-bcd7-1f67ea500ae8" providerId="AD" clId="Web-{DC1C731A-088A-1F39-513A-C22807DF2E3B}" dt="2026-08-10T15:51:39.697" v="448" actId="14100"/>
          <ac:spMkLst>
            <pc:docMk/>
            <pc:sldMk cId="3940283231" sldId="313"/>
            <ac:spMk id="2" creationId="{3F24FA50-0160-F1C2-FD6A-D194B8BB4D97}"/>
          </ac:spMkLst>
        </pc:spChg>
        <pc:spChg chg="mod">
          <ac:chgData name="Amoz Pay" userId="S::amoz1.pay@supinfo.com::4d2f8cb2-b070-4ae8-bcd7-1f67ea500ae8" providerId="AD" clId="Web-{DC1C731A-088A-1F39-513A-C22807DF2E3B}" dt="2026-08-10T15:49:11.467" v="380" actId="20577"/>
          <ac:spMkLst>
            <pc:docMk/>
            <pc:sldMk cId="3940283231" sldId="313"/>
            <ac:spMk id="3" creationId="{8319E0F2-0C5E-84AA-376B-802140C8DEB5}"/>
          </ac:spMkLst>
        </pc:spChg>
        <pc:spChg chg="mod">
          <ac:chgData name="Amoz Pay" userId="S::amoz1.pay@supinfo.com::4d2f8cb2-b070-4ae8-bcd7-1f67ea500ae8" providerId="AD" clId="Web-{DC1C731A-088A-1F39-513A-C22807DF2E3B}" dt="2026-08-10T15:50:26.848" v="398" actId="20577"/>
          <ac:spMkLst>
            <pc:docMk/>
            <pc:sldMk cId="3940283231" sldId="313"/>
            <ac:spMk id="4" creationId="{57804B66-F83F-F337-527C-82C41864B967}"/>
          </ac:spMkLst>
        </pc:spChg>
        <pc:spChg chg="add mod">
          <ac:chgData name="Amoz Pay" userId="S::amoz1.pay@supinfo.com::4d2f8cb2-b070-4ae8-bcd7-1f67ea500ae8" providerId="AD" clId="Web-{DC1C731A-088A-1F39-513A-C22807DF2E3B}" dt="2026-08-10T15:53:56.847" v="504" actId="1076"/>
          <ac:spMkLst>
            <pc:docMk/>
            <pc:sldMk cId="3940283231" sldId="313"/>
            <ac:spMk id="10" creationId="{B13E2E5C-A965-A092-5DB6-BA252D837F33}"/>
          </ac:spMkLst>
        </pc:spChg>
        <pc:spChg chg="add mod">
          <ac:chgData name="Amoz Pay" userId="S::amoz1.pay@supinfo.com::4d2f8cb2-b070-4ae8-bcd7-1f67ea500ae8" providerId="AD" clId="Web-{DC1C731A-088A-1F39-513A-C22807DF2E3B}" dt="2026-08-10T15:53:56.847" v="505" actId="1076"/>
          <ac:spMkLst>
            <pc:docMk/>
            <pc:sldMk cId="3940283231" sldId="313"/>
            <ac:spMk id="21" creationId="{16173D9B-9D0E-7A1F-1571-6CC3114DEA29}"/>
          </ac:spMkLst>
        </pc:spChg>
        <pc:spChg chg="add mod">
          <ac:chgData name="Amoz Pay" userId="S::amoz1.pay@supinfo.com::4d2f8cb2-b070-4ae8-bcd7-1f67ea500ae8" providerId="AD" clId="Web-{DC1C731A-088A-1F39-513A-C22807DF2E3B}" dt="2026-08-10T15:53:56.863" v="506" actId="1076"/>
          <ac:spMkLst>
            <pc:docMk/>
            <pc:sldMk cId="3940283231" sldId="313"/>
            <ac:spMk id="22" creationId="{8CF3A577-12B1-797F-3911-979493437A46}"/>
          </ac:spMkLst>
        </pc:spChg>
      </pc:sldChg>
      <pc:sldChg chg="addSp delSp modSp add replId">
        <pc:chgData name="Amoz Pay" userId="S::amoz1.pay@supinfo.com::4d2f8cb2-b070-4ae8-bcd7-1f67ea500ae8" providerId="AD" clId="Web-{DC1C731A-088A-1F39-513A-C22807DF2E3B}" dt="2026-08-10T15:56:25.061" v="579"/>
        <pc:sldMkLst>
          <pc:docMk/>
          <pc:sldMk cId="3156027996" sldId="314"/>
        </pc:sldMkLst>
        <pc:spChg chg="mod">
          <ac:chgData name="Amoz Pay" userId="S::amoz1.pay@supinfo.com::4d2f8cb2-b070-4ae8-bcd7-1f67ea500ae8" providerId="AD" clId="Web-{DC1C731A-088A-1F39-513A-C22807DF2E3B}" dt="2026-08-10T15:54:42.757" v="561" actId="20577"/>
          <ac:spMkLst>
            <pc:docMk/>
            <pc:sldMk cId="3156027996" sldId="314"/>
            <ac:spMk id="2" creationId="{BCF51C56-8F7D-4934-EA4A-D49E464BF7DD}"/>
          </ac:spMkLst>
        </pc:spChg>
        <pc:spChg chg="mod">
          <ac:chgData name="Amoz Pay" userId="S::amoz1.pay@supinfo.com::4d2f8cb2-b070-4ae8-bcd7-1f67ea500ae8" providerId="AD" clId="Web-{DC1C731A-088A-1F39-513A-C22807DF2E3B}" dt="2026-08-10T15:54:18.489" v="520" actId="20577"/>
          <ac:spMkLst>
            <pc:docMk/>
            <pc:sldMk cId="3156027996" sldId="314"/>
            <ac:spMk id="4" creationId="{25C7C8A7-427B-DD91-7853-40BBC3992B17}"/>
          </ac:spMkLst>
        </pc:spChg>
        <pc:spChg chg="add">
          <ac:chgData name="Amoz Pay" userId="S::amoz1.pay@supinfo.com::4d2f8cb2-b070-4ae8-bcd7-1f67ea500ae8" providerId="AD" clId="Web-{DC1C731A-088A-1F39-513A-C22807DF2E3B}" dt="2026-08-10T15:56:25.061" v="579"/>
          <ac:spMkLst>
            <pc:docMk/>
            <pc:sldMk cId="3156027996" sldId="314"/>
            <ac:spMk id="16" creationId="{4A7999F2-FADA-6417-9449-6E93BC07696F}"/>
          </ac:spMkLst>
        </pc:spChg>
      </pc:sldChg>
    </pc:docChg>
  </pc:docChgLst>
  <pc:docChgLst>
    <pc:chgData name="Amoz Pay" userId="S::amoz1.pay@supinfo.com::4d2f8cb2-b070-4ae8-bcd7-1f67ea500ae8" providerId="AD" clId="Web-{53667E51-25DB-8EE3-1F7C-283881D1D32A}"/>
    <pc:docChg chg="addSld modSld sldOrd">
      <pc:chgData name="Amoz Pay" userId="S::amoz1.pay@supinfo.com::4d2f8cb2-b070-4ae8-bcd7-1f67ea500ae8" providerId="AD" clId="Web-{53667E51-25DB-8EE3-1F7C-283881D1D32A}" dt="2026-08-11T16:48:34.484" v="1261" actId="20577"/>
      <pc:docMkLst>
        <pc:docMk/>
      </pc:docMkLst>
      <pc:sldChg chg="modSp">
        <pc:chgData name="Amoz Pay" userId="S::amoz1.pay@supinfo.com::4d2f8cb2-b070-4ae8-bcd7-1f67ea500ae8" providerId="AD" clId="Web-{53667E51-25DB-8EE3-1F7C-283881D1D32A}" dt="2026-08-11T16:12:19.393" v="310" actId="20577"/>
        <pc:sldMkLst>
          <pc:docMk/>
          <pc:sldMk cId="3095982327" sldId="322"/>
        </pc:sldMkLst>
        <pc:spChg chg="mod">
          <ac:chgData name="Amoz Pay" userId="S::amoz1.pay@supinfo.com::4d2f8cb2-b070-4ae8-bcd7-1f67ea500ae8" providerId="AD" clId="Web-{53667E51-25DB-8EE3-1F7C-283881D1D32A}" dt="2026-08-11T16:12:19.393" v="310" actId="20577"/>
          <ac:spMkLst>
            <pc:docMk/>
            <pc:sldMk cId="3095982327" sldId="322"/>
            <ac:spMk id="2" creationId="{44C52AD3-3D37-FB85-B68A-625FD7EB957E}"/>
          </ac:spMkLst>
        </pc:spChg>
        <pc:spChg chg="mod">
          <ac:chgData name="Amoz Pay" userId="S::amoz1.pay@supinfo.com::4d2f8cb2-b070-4ae8-bcd7-1f67ea500ae8" providerId="AD" clId="Web-{53667E51-25DB-8EE3-1F7C-283881D1D32A}" dt="2026-08-11T16:10:15.983" v="251" actId="1076"/>
          <ac:spMkLst>
            <pc:docMk/>
            <pc:sldMk cId="3095982327" sldId="322"/>
            <ac:spMk id="16" creationId="{4F6DEDE1-40B6-2338-23A7-60908E331F9D}"/>
          </ac:spMkLst>
        </pc:spChg>
      </pc:sldChg>
      <pc:sldChg chg="modSp add replId">
        <pc:chgData name="Amoz Pay" userId="S::amoz1.pay@supinfo.com::4d2f8cb2-b070-4ae8-bcd7-1f67ea500ae8" providerId="AD" clId="Web-{53667E51-25DB-8EE3-1F7C-283881D1D32A}" dt="2026-08-11T16:12:31.925" v="323" actId="20577"/>
        <pc:sldMkLst>
          <pc:docMk/>
          <pc:sldMk cId="2287373302" sldId="324"/>
        </pc:sldMkLst>
        <pc:spChg chg="mod">
          <ac:chgData name="Amoz Pay" userId="S::amoz1.pay@supinfo.com::4d2f8cb2-b070-4ae8-bcd7-1f67ea500ae8" providerId="AD" clId="Web-{53667E51-25DB-8EE3-1F7C-283881D1D32A}" dt="2026-08-11T16:10:27.937" v="269" actId="20577"/>
          <ac:spMkLst>
            <pc:docMk/>
            <pc:sldMk cId="2287373302" sldId="324"/>
            <ac:spMk id="2" creationId="{DC5E4375-0CD6-D37A-283A-1767EAE1B36D}"/>
          </ac:spMkLst>
        </pc:spChg>
        <pc:spChg chg="mod">
          <ac:chgData name="Amoz Pay" userId="S::amoz1.pay@supinfo.com::4d2f8cb2-b070-4ae8-bcd7-1f67ea500ae8" providerId="AD" clId="Web-{53667E51-25DB-8EE3-1F7C-283881D1D32A}" dt="2026-08-11T16:12:31.925" v="323" actId="20577"/>
          <ac:spMkLst>
            <pc:docMk/>
            <pc:sldMk cId="2287373302" sldId="324"/>
            <ac:spMk id="4" creationId="{15039E9C-6B97-1C3F-DCBB-B7B027324AA5}"/>
          </ac:spMkLst>
        </pc:spChg>
        <pc:spChg chg="mod">
          <ac:chgData name="Amoz Pay" userId="S::amoz1.pay@supinfo.com::4d2f8cb2-b070-4ae8-bcd7-1f67ea500ae8" providerId="AD" clId="Web-{53667E51-25DB-8EE3-1F7C-283881D1D32A}" dt="2026-08-11T16:10:59.375" v="270" actId="1076"/>
          <ac:spMkLst>
            <pc:docMk/>
            <pc:sldMk cId="2287373302" sldId="324"/>
            <ac:spMk id="16" creationId="{61B9EF1E-6F7E-B619-56BC-F7F373478474}"/>
          </ac:spMkLst>
        </pc:spChg>
      </pc:sldChg>
      <pc:sldChg chg="modSp add replId">
        <pc:chgData name="Amoz Pay" userId="S::amoz1.pay@supinfo.com::4d2f8cb2-b070-4ae8-bcd7-1f67ea500ae8" providerId="AD" clId="Web-{53667E51-25DB-8EE3-1F7C-283881D1D32A}" dt="2026-08-11T16:15:23.087" v="409" actId="20577"/>
        <pc:sldMkLst>
          <pc:docMk/>
          <pc:sldMk cId="127002858" sldId="325"/>
        </pc:sldMkLst>
        <pc:spChg chg="mod">
          <ac:chgData name="Amoz Pay" userId="S::amoz1.pay@supinfo.com::4d2f8cb2-b070-4ae8-bcd7-1f67ea500ae8" providerId="AD" clId="Web-{53667E51-25DB-8EE3-1F7C-283881D1D32A}" dt="2026-08-11T16:14:13.491" v="386" actId="20577"/>
          <ac:spMkLst>
            <pc:docMk/>
            <pc:sldMk cId="127002858" sldId="325"/>
            <ac:spMk id="2" creationId="{DF53D0AE-0DD3-853B-F9B8-9C1539C474F3}"/>
          </ac:spMkLst>
        </pc:spChg>
        <pc:spChg chg="mod">
          <ac:chgData name="Amoz Pay" userId="S::amoz1.pay@supinfo.com::4d2f8cb2-b070-4ae8-bcd7-1f67ea500ae8" providerId="AD" clId="Web-{53667E51-25DB-8EE3-1F7C-283881D1D32A}" dt="2026-08-11T16:13:56.803" v="350" actId="20577"/>
          <ac:spMkLst>
            <pc:docMk/>
            <pc:sldMk cId="127002858" sldId="325"/>
            <ac:spMk id="4" creationId="{E02946AA-5E63-6A81-2335-DF964011A336}"/>
          </ac:spMkLst>
        </pc:spChg>
        <pc:spChg chg="mod">
          <ac:chgData name="Amoz Pay" userId="S::amoz1.pay@supinfo.com::4d2f8cb2-b070-4ae8-bcd7-1f67ea500ae8" providerId="AD" clId="Web-{53667E51-25DB-8EE3-1F7C-283881D1D32A}" dt="2026-08-11T16:15:23.087" v="409" actId="20577"/>
          <ac:spMkLst>
            <pc:docMk/>
            <pc:sldMk cId="127002858" sldId="325"/>
            <ac:spMk id="16" creationId="{AB47FCB8-5875-1CF7-D8E9-BB2A248C6B30}"/>
          </ac:spMkLst>
        </pc:spChg>
      </pc:sldChg>
      <pc:sldChg chg="modSp add replId">
        <pc:chgData name="Amoz Pay" userId="S::amoz1.pay@supinfo.com::4d2f8cb2-b070-4ae8-bcd7-1f67ea500ae8" providerId="AD" clId="Web-{53667E51-25DB-8EE3-1F7C-283881D1D32A}" dt="2026-08-11T16:17:39.233" v="470" actId="1076"/>
        <pc:sldMkLst>
          <pc:docMk/>
          <pc:sldMk cId="461439758" sldId="326"/>
        </pc:sldMkLst>
        <pc:spChg chg="mod">
          <ac:chgData name="Amoz Pay" userId="S::amoz1.pay@supinfo.com::4d2f8cb2-b070-4ae8-bcd7-1f67ea500ae8" providerId="AD" clId="Web-{53667E51-25DB-8EE3-1F7C-283881D1D32A}" dt="2026-08-11T16:16:11.136" v="443" actId="20577"/>
          <ac:spMkLst>
            <pc:docMk/>
            <pc:sldMk cId="461439758" sldId="326"/>
            <ac:spMk id="2" creationId="{55872130-DD14-58D5-4251-86B43797097E}"/>
          </ac:spMkLst>
        </pc:spChg>
        <pc:spChg chg="mod">
          <ac:chgData name="Amoz Pay" userId="S::amoz1.pay@supinfo.com::4d2f8cb2-b070-4ae8-bcd7-1f67ea500ae8" providerId="AD" clId="Web-{53667E51-25DB-8EE3-1F7C-283881D1D32A}" dt="2026-08-11T16:17:39.233" v="470" actId="1076"/>
          <ac:spMkLst>
            <pc:docMk/>
            <pc:sldMk cId="461439758" sldId="326"/>
            <ac:spMk id="16" creationId="{C238E4C5-69F5-0E0F-7D00-023D457B5064}"/>
          </ac:spMkLst>
        </pc:spChg>
      </pc:sldChg>
      <pc:sldChg chg="delSp modSp add replId">
        <pc:chgData name="Amoz Pay" userId="S::amoz1.pay@supinfo.com::4d2f8cb2-b070-4ae8-bcd7-1f67ea500ae8" providerId="AD" clId="Web-{53667E51-25DB-8EE3-1F7C-283881D1D32A}" dt="2026-08-11T16:20:40.942" v="593" actId="20577"/>
        <pc:sldMkLst>
          <pc:docMk/>
          <pc:sldMk cId="3164150494" sldId="327"/>
        </pc:sldMkLst>
        <pc:spChg chg="mod">
          <ac:chgData name="Amoz Pay" userId="S::amoz1.pay@supinfo.com::4d2f8cb2-b070-4ae8-bcd7-1f67ea500ae8" providerId="AD" clId="Web-{53667E51-25DB-8EE3-1F7C-283881D1D32A}" dt="2026-08-11T16:20:40.942" v="593" actId="20577"/>
          <ac:spMkLst>
            <pc:docMk/>
            <pc:sldMk cId="3164150494" sldId="327"/>
            <ac:spMk id="2" creationId="{A42D53F6-1ECE-798F-B815-8F9BBA4A2184}"/>
          </ac:spMkLst>
        </pc:spChg>
        <pc:spChg chg="mod">
          <ac:chgData name="Amoz Pay" userId="S::amoz1.pay@supinfo.com::4d2f8cb2-b070-4ae8-bcd7-1f67ea500ae8" providerId="AD" clId="Web-{53667E51-25DB-8EE3-1F7C-283881D1D32A}" dt="2026-08-11T16:18:17.890" v="487" actId="20577"/>
          <ac:spMkLst>
            <pc:docMk/>
            <pc:sldMk cId="3164150494" sldId="327"/>
            <ac:spMk id="4" creationId="{00B74058-2F0B-44E6-10D3-7E6DD7BF3BAD}"/>
          </ac:spMkLst>
        </pc:spChg>
      </pc:sldChg>
      <pc:sldChg chg="modSp add replId">
        <pc:chgData name="Amoz Pay" userId="S::amoz1.pay@supinfo.com::4d2f8cb2-b070-4ae8-bcd7-1f67ea500ae8" providerId="AD" clId="Web-{53667E51-25DB-8EE3-1F7C-283881D1D32A}" dt="2026-08-11T16:21:06.709" v="598" actId="20577"/>
        <pc:sldMkLst>
          <pc:docMk/>
          <pc:sldMk cId="2309277430" sldId="328"/>
        </pc:sldMkLst>
        <pc:spChg chg="mod">
          <ac:chgData name="Amoz Pay" userId="S::amoz1.pay@supinfo.com::4d2f8cb2-b070-4ae8-bcd7-1f67ea500ae8" providerId="AD" clId="Web-{53667E51-25DB-8EE3-1F7C-283881D1D32A}" dt="2026-08-11T16:21:06.709" v="598" actId="20577"/>
          <ac:spMkLst>
            <pc:docMk/>
            <pc:sldMk cId="2309277430" sldId="328"/>
            <ac:spMk id="2" creationId="{B4E43E87-BB75-4F76-B873-B2BB0319E475}"/>
          </ac:spMkLst>
        </pc:spChg>
      </pc:sldChg>
      <pc:sldChg chg="modSp add replId">
        <pc:chgData name="Amoz Pay" userId="S::amoz1.pay@supinfo.com::4d2f8cb2-b070-4ae8-bcd7-1f67ea500ae8" providerId="AD" clId="Web-{53667E51-25DB-8EE3-1F7C-283881D1D32A}" dt="2026-08-11T16:21:11.787" v="604" actId="20577"/>
        <pc:sldMkLst>
          <pc:docMk/>
          <pc:sldMk cId="2546914629" sldId="329"/>
        </pc:sldMkLst>
        <pc:spChg chg="mod">
          <ac:chgData name="Amoz Pay" userId="S::amoz1.pay@supinfo.com::4d2f8cb2-b070-4ae8-bcd7-1f67ea500ae8" providerId="AD" clId="Web-{53667E51-25DB-8EE3-1F7C-283881D1D32A}" dt="2026-08-11T16:21:11.787" v="604" actId="20577"/>
          <ac:spMkLst>
            <pc:docMk/>
            <pc:sldMk cId="2546914629" sldId="329"/>
            <ac:spMk id="2" creationId="{C5C8A396-68B7-EF77-8294-61776BD68022}"/>
          </ac:spMkLst>
        </pc:spChg>
      </pc:sldChg>
      <pc:sldChg chg="delSp modSp add ord replId">
        <pc:chgData name="Amoz Pay" userId="S::amoz1.pay@supinfo.com::4d2f8cb2-b070-4ae8-bcd7-1f67ea500ae8" providerId="AD" clId="Web-{53667E51-25DB-8EE3-1F7C-283881D1D32A}" dt="2026-08-11T16:28:01.301" v="780" actId="14100"/>
        <pc:sldMkLst>
          <pc:docMk/>
          <pc:sldMk cId="3173669539" sldId="330"/>
        </pc:sldMkLst>
        <pc:spChg chg="mod">
          <ac:chgData name="Amoz Pay" userId="S::amoz1.pay@supinfo.com::4d2f8cb2-b070-4ae8-bcd7-1f67ea500ae8" providerId="AD" clId="Web-{53667E51-25DB-8EE3-1F7C-283881D1D32A}" dt="2026-08-11T16:28:01.301" v="780" actId="14100"/>
          <ac:spMkLst>
            <pc:docMk/>
            <pc:sldMk cId="3173669539" sldId="330"/>
            <ac:spMk id="2" creationId="{7B30A074-CA74-CD0C-E71B-A4DEF2CEFE24}"/>
          </ac:spMkLst>
        </pc:spChg>
        <pc:spChg chg="mod">
          <ac:chgData name="Amoz Pay" userId="S::amoz1.pay@supinfo.com::4d2f8cb2-b070-4ae8-bcd7-1f67ea500ae8" providerId="AD" clId="Web-{53667E51-25DB-8EE3-1F7C-283881D1D32A}" dt="2026-08-11T16:21:22.381" v="608" actId="20577"/>
          <ac:spMkLst>
            <pc:docMk/>
            <pc:sldMk cId="3173669539" sldId="330"/>
            <ac:spMk id="3" creationId="{07DCB2BD-DE9D-BC30-038F-094DE2949DA2}"/>
          </ac:spMkLst>
        </pc:spChg>
      </pc:sldChg>
      <pc:sldChg chg="delSp modSp add replId">
        <pc:chgData name="Amoz Pay" userId="S::amoz1.pay@supinfo.com::4d2f8cb2-b070-4ae8-bcd7-1f67ea500ae8" providerId="AD" clId="Web-{53667E51-25DB-8EE3-1F7C-283881D1D32A}" dt="2026-08-11T16:28:21.583" v="787" actId="20577"/>
        <pc:sldMkLst>
          <pc:docMk/>
          <pc:sldMk cId="3199813941" sldId="331"/>
        </pc:sldMkLst>
        <pc:spChg chg="mod">
          <ac:chgData name="Amoz Pay" userId="S::amoz1.pay@supinfo.com::4d2f8cb2-b070-4ae8-bcd7-1f67ea500ae8" providerId="AD" clId="Web-{53667E51-25DB-8EE3-1F7C-283881D1D32A}" dt="2026-08-11T16:28:21.583" v="787" actId="20577"/>
          <ac:spMkLst>
            <pc:docMk/>
            <pc:sldMk cId="3199813941" sldId="331"/>
            <ac:spMk id="2" creationId="{D762F98C-4ACD-F4BF-9DED-19DCBC3D525D}"/>
          </ac:spMkLst>
        </pc:spChg>
      </pc:sldChg>
      <pc:sldChg chg="addSp modSp add ord replId">
        <pc:chgData name="Amoz Pay" userId="S::amoz1.pay@supinfo.com::4d2f8cb2-b070-4ae8-bcd7-1f67ea500ae8" providerId="AD" clId="Web-{53667E51-25DB-8EE3-1F7C-283881D1D32A}" dt="2026-08-11T16:30:15.446" v="879"/>
        <pc:sldMkLst>
          <pc:docMk/>
          <pc:sldMk cId="1631919807" sldId="332"/>
        </pc:sldMkLst>
        <pc:spChg chg="mod">
          <ac:chgData name="Amoz Pay" userId="S::amoz1.pay@supinfo.com::4d2f8cb2-b070-4ae8-bcd7-1f67ea500ae8" providerId="AD" clId="Web-{53667E51-25DB-8EE3-1F7C-283881D1D32A}" dt="2026-08-11T16:29:47.695" v="876" actId="20577"/>
          <ac:spMkLst>
            <pc:docMk/>
            <pc:sldMk cId="1631919807" sldId="332"/>
            <ac:spMk id="2" creationId="{8C607C22-4769-151E-C45B-75C2B7471787}"/>
          </ac:spMkLst>
        </pc:spChg>
        <pc:spChg chg="mod">
          <ac:chgData name="Amoz Pay" userId="S::amoz1.pay@supinfo.com::4d2f8cb2-b070-4ae8-bcd7-1f67ea500ae8" providerId="AD" clId="Web-{53667E51-25DB-8EE3-1F7C-283881D1D32A}" dt="2026-08-11T16:28:46.490" v="812" actId="20577"/>
          <ac:spMkLst>
            <pc:docMk/>
            <pc:sldMk cId="1631919807" sldId="332"/>
            <ac:spMk id="4" creationId="{273F5BC8-73B5-F699-0636-8425973A1241}"/>
          </ac:spMkLst>
        </pc:spChg>
        <pc:spChg chg="add mod">
          <ac:chgData name="Amoz Pay" userId="S::amoz1.pay@supinfo.com::4d2f8cb2-b070-4ae8-bcd7-1f67ea500ae8" providerId="AD" clId="Web-{53667E51-25DB-8EE3-1F7C-283881D1D32A}" dt="2026-08-11T16:29:53.321" v="877" actId="1076"/>
          <ac:spMkLst>
            <pc:docMk/>
            <pc:sldMk cId="1631919807" sldId="332"/>
            <ac:spMk id="5" creationId="{F384D734-898E-5EF3-E1E1-9136E9A84DCC}"/>
          </ac:spMkLst>
        </pc:spChg>
      </pc:sldChg>
      <pc:sldChg chg="modSp add replId">
        <pc:chgData name="Amoz Pay" userId="S::amoz1.pay@supinfo.com::4d2f8cb2-b070-4ae8-bcd7-1f67ea500ae8" providerId="AD" clId="Web-{53667E51-25DB-8EE3-1F7C-283881D1D32A}" dt="2026-08-11T16:41:04.797" v="1126" actId="20577"/>
        <pc:sldMkLst>
          <pc:docMk/>
          <pc:sldMk cId="149735445" sldId="333"/>
        </pc:sldMkLst>
        <pc:spChg chg="mod">
          <ac:chgData name="Amoz Pay" userId="S::amoz1.pay@supinfo.com::4d2f8cb2-b070-4ae8-bcd7-1f67ea500ae8" providerId="AD" clId="Web-{53667E51-25DB-8EE3-1F7C-283881D1D32A}" dt="2026-08-11T16:38:22.276" v="1070" actId="20577"/>
          <ac:spMkLst>
            <pc:docMk/>
            <pc:sldMk cId="149735445" sldId="333"/>
            <ac:spMk id="2" creationId="{5BC02B86-5DFD-4221-6169-1138FF7DE1FC}"/>
          </ac:spMkLst>
        </pc:spChg>
        <pc:spChg chg="mod">
          <ac:chgData name="Amoz Pay" userId="S::amoz1.pay@supinfo.com::4d2f8cb2-b070-4ae8-bcd7-1f67ea500ae8" providerId="AD" clId="Web-{53667E51-25DB-8EE3-1F7C-283881D1D32A}" dt="2026-08-11T16:30:59.745" v="897" actId="20577"/>
          <ac:spMkLst>
            <pc:docMk/>
            <pc:sldMk cId="149735445" sldId="333"/>
            <ac:spMk id="4" creationId="{C5254C8D-787A-AAA1-4B4D-B2479DCAFB16}"/>
          </ac:spMkLst>
        </pc:spChg>
        <pc:spChg chg="mod">
          <ac:chgData name="Amoz Pay" userId="S::amoz1.pay@supinfo.com::4d2f8cb2-b070-4ae8-bcd7-1f67ea500ae8" providerId="AD" clId="Web-{53667E51-25DB-8EE3-1F7C-283881D1D32A}" dt="2026-08-11T16:41:04.797" v="1126" actId="20577"/>
          <ac:spMkLst>
            <pc:docMk/>
            <pc:sldMk cId="149735445" sldId="333"/>
            <ac:spMk id="5" creationId="{FDC1A46E-E83A-CA86-0EB6-C225DBBE141A}"/>
          </ac:spMkLst>
        </pc:spChg>
      </pc:sldChg>
      <pc:sldChg chg="delSp modSp add replId">
        <pc:chgData name="Amoz Pay" userId="S::amoz1.pay@supinfo.com::4d2f8cb2-b070-4ae8-bcd7-1f67ea500ae8" providerId="AD" clId="Web-{53667E51-25DB-8EE3-1F7C-283881D1D32A}" dt="2026-08-11T16:47:29.591" v="1235" actId="20577"/>
        <pc:sldMkLst>
          <pc:docMk/>
          <pc:sldMk cId="3773160985" sldId="334"/>
        </pc:sldMkLst>
        <pc:spChg chg="mod">
          <ac:chgData name="Amoz Pay" userId="S::amoz1.pay@supinfo.com::4d2f8cb2-b070-4ae8-bcd7-1f67ea500ae8" providerId="AD" clId="Web-{53667E51-25DB-8EE3-1F7C-283881D1D32A}" dt="2026-08-11T16:47:29.591" v="1235" actId="20577"/>
          <ac:spMkLst>
            <pc:docMk/>
            <pc:sldMk cId="3773160985" sldId="334"/>
            <ac:spMk id="2" creationId="{80BA2371-F81D-B588-0899-5953BB372DE4}"/>
          </ac:spMkLst>
        </pc:spChg>
        <pc:spChg chg="mod">
          <ac:chgData name="Amoz Pay" userId="S::amoz1.pay@supinfo.com::4d2f8cb2-b070-4ae8-bcd7-1f67ea500ae8" providerId="AD" clId="Web-{53667E51-25DB-8EE3-1F7C-283881D1D32A}" dt="2026-08-11T16:45:14.181" v="1128" actId="20577"/>
          <ac:spMkLst>
            <pc:docMk/>
            <pc:sldMk cId="3773160985" sldId="334"/>
            <ac:spMk id="4" creationId="{9E5C7725-BB75-C768-D575-5B0DA1941175}"/>
          </ac:spMkLst>
        </pc:spChg>
      </pc:sldChg>
      <pc:sldChg chg="modSp add replId">
        <pc:chgData name="Amoz Pay" userId="S::amoz1.pay@supinfo.com::4d2f8cb2-b070-4ae8-bcd7-1f67ea500ae8" providerId="AD" clId="Web-{53667E51-25DB-8EE3-1F7C-283881D1D32A}" dt="2026-08-11T16:48:08.124" v="1240" actId="20577"/>
        <pc:sldMkLst>
          <pc:docMk/>
          <pc:sldMk cId="2092289384" sldId="335"/>
        </pc:sldMkLst>
        <pc:spChg chg="mod">
          <ac:chgData name="Amoz Pay" userId="S::amoz1.pay@supinfo.com::4d2f8cb2-b070-4ae8-bcd7-1f67ea500ae8" providerId="AD" clId="Web-{53667E51-25DB-8EE3-1F7C-283881D1D32A}" dt="2026-08-11T16:48:08.124" v="1240" actId="20577"/>
          <ac:spMkLst>
            <pc:docMk/>
            <pc:sldMk cId="2092289384" sldId="335"/>
            <ac:spMk id="2" creationId="{EDA59BFC-4E56-C566-53E9-45CCC5FA4D01}"/>
          </ac:spMkLst>
        </pc:spChg>
      </pc:sldChg>
      <pc:sldChg chg="modSp add ord replId">
        <pc:chgData name="Amoz Pay" userId="S::amoz1.pay@supinfo.com::4d2f8cb2-b070-4ae8-bcd7-1f67ea500ae8" providerId="AD" clId="Web-{53667E51-25DB-8EE3-1F7C-283881D1D32A}" dt="2026-08-11T16:48:16.874" v="1244" actId="20577"/>
        <pc:sldMkLst>
          <pc:docMk/>
          <pc:sldMk cId="2295094811" sldId="336"/>
        </pc:sldMkLst>
        <pc:spChg chg="mod">
          <ac:chgData name="Amoz Pay" userId="S::amoz1.pay@supinfo.com::4d2f8cb2-b070-4ae8-bcd7-1f67ea500ae8" providerId="AD" clId="Web-{53667E51-25DB-8EE3-1F7C-283881D1D32A}" dt="2026-08-11T16:48:16.874" v="1244" actId="20577"/>
          <ac:spMkLst>
            <pc:docMk/>
            <pc:sldMk cId="2295094811" sldId="336"/>
            <ac:spMk id="2" creationId="{BE554DB1-F54D-B182-FA1F-2CCDEDE0ABB2}"/>
          </ac:spMkLst>
        </pc:spChg>
      </pc:sldChg>
      <pc:sldChg chg="modSp add ord replId">
        <pc:chgData name="Amoz Pay" userId="S::amoz1.pay@supinfo.com::4d2f8cb2-b070-4ae8-bcd7-1f67ea500ae8" providerId="AD" clId="Web-{53667E51-25DB-8EE3-1F7C-283881D1D32A}" dt="2026-08-11T16:48:34.484" v="1261" actId="20577"/>
        <pc:sldMkLst>
          <pc:docMk/>
          <pc:sldMk cId="2697075782" sldId="337"/>
        </pc:sldMkLst>
        <pc:spChg chg="mod">
          <ac:chgData name="Amoz Pay" userId="S::amoz1.pay@supinfo.com::4d2f8cb2-b070-4ae8-bcd7-1f67ea500ae8" providerId="AD" clId="Web-{53667E51-25DB-8EE3-1F7C-283881D1D32A}" dt="2026-08-11T16:48:34.484" v="1261" actId="20577"/>
          <ac:spMkLst>
            <pc:docMk/>
            <pc:sldMk cId="2697075782" sldId="337"/>
            <ac:spMk id="3" creationId="{709351E7-FB03-8735-5D47-5EDC303AD023}"/>
          </ac:spMkLst>
        </pc:spChg>
      </pc:sldChg>
    </pc:docChg>
  </pc:docChgLst>
  <pc:docChgLst>
    <pc:chgData name="Amoz Pay" userId="S::amoz1.pay@supinfo.com::4d2f8cb2-b070-4ae8-bcd7-1f67ea500ae8" providerId="AD" clId="Web-{0793C0D6-4371-5A22-D413-EDC203CBB4F5}"/>
    <pc:docChg chg="addSld modSld sldOrd">
      <pc:chgData name="Amoz Pay" userId="S::amoz1.pay@supinfo.com::4d2f8cb2-b070-4ae8-bcd7-1f67ea500ae8" providerId="AD" clId="Web-{0793C0D6-4371-5A22-D413-EDC203CBB4F5}" dt="2026-08-06T15:06:00.071" v="127"/>
      <pc:docMkLst>
        <pc:docMk/>
      </pc:docMkLst>
      <pc:sldChg chg="modSp">
        <pc:chgData name="Amoz Pay" userId="S::amoz1.pay@supinfo.com::4d2f8cb2-b070-4ae8-bcd7-1f67ea500ae8" providerId="AD" clId="Web-{0793C0D6-4371-5A22-D413-EDC203CBB4F5}" dt="2026-08-06T14:55:51.868" v="15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0793C0D6-4371-5A22-D413-EDC203CBB4F5}" dt="2026-08-06T14:55:51.868" v="15" actId="20577"/>
          <ac:spMkLst>
            <pc:docMk/>
            <pc:sldMk cId="3129097085" sldId="263"/>
            <ac:spMk id="3" creationId="{3C3DD7B0-B0A8-8FDB-52AB-3930D01F1718}"/>
          </ac:spMkLst>
        </pc:spChg>
      </pc:sldChg>
      <pc:sldChg chg="modSp">
        <pc:chgData name="Amoz Pay" userId="S::amoz1.pay@supinfo.com::4d2f8cb2-b070-4ae8-bcd7-1f67ea500ae8" providerId="AD" clId="Web-{0793C0D6-4371-5A22-D413-EDC203CBB4F5}" dt="2026-08-06T14:57:20.152" v="29" actId="20577"/>
        <pc:sldMkLst>
          <pc:docMk/>
          <pc:sldMk cId="1467889502" sldId="299"/>
        </pc:sldMkLst>
        <pc:spChg chg="mod">
          <ac:chgData name="Amoz Pay" userId="S::amoz1.pay@supinfo.com::4d2f8cb2-b070-4ae8-bcd7-1f67ea500ae8" providerId="AD" clId="Web-{0793C0D6-4371-5A22-D413-EDC203CBB4F5}" dt="2026-08-06T14:57:20.152" v="29" actId="20577"/>
          <ac:spMkLst>
            <pc:docMk/>
            <pc:sldMk cId="1467889502" sldId="299"/>
            <ac:spMk id="2" creationId="{5745BAE0-63C8-BEEA-3554-96D985F865D2}"/>
          </ac:spMkLst>
        </pc:spChg>
      </pc:sldChg>
      <pc:sldChg chg="modSp ord">
        <pc:chgData name="Amoz Pay" userId="S::amoz1.pay@supinfo.com::4d2f8cb2-b070-4ae8-bcd7-1f67ea500ae8" providerId="AD" clId="Web-{0793C0D6-4371-5A22-D413-EDC203CBB4F5}" dt="2026-08-06T14:57:27.308" v="36" actId="20577"/>
        <pc:sldMkLst>
          <pc:docMk/>
          <pc:sldMk cId="184785181" sldId="300"/>
        </pc:sldMkLst>
        <pc:spChg chg="mod">
          <ac:chgData name="Amoz Pay" userId="S::amoz1.pay@supinfo.com::4d2f8cb2-b070-4ae8-bcd7-1f67ea500ae8" providerId="AD" clId="Web-{0793C0D6-4371-5A22-D413-EDC203CBB4F5}" dt="2026-08-06T14:57:27.308" v="36" actId="20577"/>
          <ac:spMkLst>
            <pc:docMk/>
            <pc:sldMk cId="184785181" sldId="300"/>
            <ac:spMk id="2" creationId="{B3C96449-AF1A-98BD-7183-D14330DC2970}"/>
          </ac:spMkLst>
        </pc:spChg>
      </pc:sldChg>
      <pc:sldChg chg="modSp">
        <pc:chgData name="Amoz Pay" userId="S::amoz1.pay@supinfo.com::4d2f8cb2-b070-4ae8-bcd7-1f67ea500ae8" providerId="AD" clId="Web-{0793C0D6-4371-5A22-D413-EDC203CBB4F5}" dt="2026-08-06T14:50:17.516" v="1" actId="20577"/>
        <pc:sldMkLst>
          <pc:docMk/>
          <pc:sldMk cId="4107010611" sldId="305"/>
        </pc:sldMkLst>
        <pc:spChg chg="mod">
          <ac:chgData name="Amoz Pay" userId="S::amoz1.pay@supinfo.com::4d2f8cb2-b070-4ae8-bcd7-1f67ea500ae8" providerId="AD" clId="Web-{0793C0D6-4371-5A22-D413-EDC203CBB4F5}" dt="2026-08-06T14:50:17.516" v="1" actId="20577"/>
          <ac:spMkLst>
            <pc:docMk/>
            <pc:sldMk cId="4107010611" sldId="305"/>
            <ac:spMk id="2" creationId="{DD2EA4D0-4479-BC66-9295-E8E2D950EE78}"/>
          </ac:spMkLst>
        </pc:spChg>
      </pc:sldChg>
      <pc:sldChg chg="addSp delSp modSp add ord replId">
        <pc:chgData name="Amoz Pay" userId="S::amoz1.pay@supinfo.com::4d2f8cb2-b070-4ae8-bcd7-1f67ea500ae8" providerId="AD" clId="Web-{0793C0D6-4371-5A22-D413-EDC203CBB4F5}" dt="2026-08-06T15:06:00.071" v="127"/>
        <pc:sldMkLst>
          <pc:docMk/>
          <pc:sldMk cId="4009087195" sldId="306"/>
        </pc:sldMkLst>
        <pc:spChg chg="mod">
          <ac:chgData name="Amoz Pay" userId="S::amoz1.pay@supinfo.com::4d2f8cb2-b070-4ae8-bcd7-1f67ea500ae8" providerId="AD" clId="Web-{0793C0D6-4371-5A22-D413-EDC203CBB4F5}" dt="2026-08-06T14:58:36.513" v="54" actId="14100"/>
          <ac:spMkLst>
            <pc:docMk/>
            <pc:sldMk cId="4009087195" sldId="306"/>
            <ac:spMk id="2" creationId="{F7E238D5-91FA-3B19-37A4-5CCA0C167DE2}"/>
          </ac:spMkLst>
        </pc:spChg>
        <pc:spChg chg="mod">
          <ac:chgData name="Amoz Pay" userId="S::amoz1.pay@supinfo.com::4d2f8cb2-b070-4ae8-bcd7-1f67ea500ae8" providerId="AD" clId="Web-{0793C0D6-4371-5A22-D413-EDC203CBB4F5}" dt="2026-08-06T14:57:36.746" v="40" actId="20577"/>
          <ac:spMkLst>
            <pc:docMk/>
            <pc:sldMk cId="4009087195" sldId="306"/>
            <ac:spMk id="3" creationId="{FE7FD48E-AFD1-592F-1D1B-437359A3F971}"/>
          </ac:spMkLst>
        </pc:spChg>
        <pc:spChg chg="mod">
          <ac:chgData name="Amoz Pay" userId="S::amoz1.pay@supinfo.com::4d2f8cb2-b070-4ae8-bcd7-1f67ea500ae8" providerId="AD" clId="Web-{0793C0D6-4371-5A22-D413-EDC203CBB4F5}" dt="2026-08-06T14:58:13.278" v="50" actId="20577"/>
          <ac:spMkLst>
            <pc:docMk/>
            <pc:sldMk cId="4009087195" sldId="306"/>
            <ac:spMk id="4" creationId="{11AF25DF-4A30-4748-A9B3-27944DB5C2F0}"/>
          </ac:spMkLst>
        </pc:spChg>
        <pc:spChg chg="add mod">
          <ac:chgData name="Amoz Pay" userId="S::amoz1.pay@supinfo.com::4d2f8cb2-b070-4ae8-bcd7-1f67ea500ae8" providerId="AD" clId="Web-{0793C0D6-4371-5A22-D413-EDC203CBB4F5}" dt="2026-08-06T15:00:36.594" v="73" actId="20577"/>
          <ac:spMkLst>
            <pc:docMk/>
            <pc:sldMk cId="4009087195" sldId="306"/>
            <ac:spMk id="6" creationId="{EC517F5D-51AF-88AD-FA42-48E8A0C24819}"/>
          </ac:spMkLst>
        </pc:spChg>
        <pc:spChg chg="add mod">
          <ac:chgData name="Amoz Pay" userId="S::amoz1.pay@supinfo.com::4d2f8cb2-b070-4ae8-bcd7-1f67ea500ae8" providerId="AD" clId="Web-{0793C0D6-4371-5A22-D413-EDC203CBB4F5}" dt="2026-08-06T15:00:44.532" v="79" actId="20577"/>
          <ac:spMkLst>
            <pc:docMk/>
            <pc:sldMk cId="4009087195" sldId="306"/>
            <ac:spMk id="7" creationId="{D6DBE202-AE8A-FE60-C298-1F8E11B0987F}"/>
          </ac:spMkLst>
        </pc:spChg>
        <pc:spChg chg="add mod">
          <ac:chgData name="Amoz Pay" userId="S::amoz1.pay@supinfo.com::4d2f8cb2-b070-4ae8-bcd7-1f67ea500ae8" providerId="AD" clId="Web-{0793C0D6-4371-5A22-D413-EDC203CBB4F5}" dt="2026-08-06T15:05:01.444" v="119" actId="20577"/>
          <ac:spMkLst>
            <pc:docMk/>
            <pc:sldMk cId="4009087195" sldId="306"/>
            <ac:spMk id="8" creationId="{901C7A59-7566-8361-AD2A-AEB2FF10264E}"/>
          </ac:spMkLst>
        </pc:spChg>
        <pc:spChg chg="add mod">
          <ac:chgData name="Amoz Pay" userId="S::amoz1.pay@supinfo.com::4d2f8cb2-b070-4ae8-bcd7-1f67ea500ae8" providerId="AD" clId="Web-{0793C0D6-4371-5A22-D413-EDC203CBB4F5}" dt="2026-08-06T15:05:12.304" v="123" actId="14100"/>
          <ac:spMkLst>
            <pc:docMk/>
            <pc:sldMk cId="4009087195" sldId="306"/>
            <ac:spMk id="15" creationId="{5DF5E4CD-9218-F5F0-20F9-F35A5445159B}"/>
          </ac:spMkLst>
        </pc:spChg>
        <pc:cxnChg chg="add mod">
          <ac:chgData name="Amoz Pay" userId="S::amoz1.pay@supinfo.com::4d2f8cb2-b070-4ae8-bcd7-1f67ea500ae8" providerId="AD" clId="Web-{0793C0D6-4371-5A22-D413-EDC203CBB4F5}" dt="2026-08-06T15:02:50.004" v="96" actId="1076"/>
          <ac:cxnSpMkLst>
            <pc:docMk/>
            <pc:sldMk cId="4009087195" sldId="306"/>
            <ac:cxnSpMk id="11" creationId="{4E65BE19-D67F-04B6-8562-3B35C5041DDC}"/>
          </ac:cxnSpMkLst>
        </pc:cxnChg>
        <pc:cxnChg chg="add mod">
          <ac:chgData name="Amoz Pay" userId="S::amoz1.pay@supinfo.com::4d2f8cb2-b070-4ae8-bcd7-1f67ea500ae8" providerId="AD" clId="Web-{0793C0D6-4371-5A22-D413-EDC203CBB4F5}" dt="2026-08-06T15:06:00.071" v="127"/>
          <ac:cxnSpMkLst>
            <pc:docMk/>
            <pc:sldMk cId="4009087195" sldId="306"/>
            <ac:cxnSpMk id="12" creationId="{3E3E015B-AFFD-ED08-681C-C3FE4A3F42F0}"/>
          </ac:cxnSpMkLst>
        </pc:cxnChg>
        <pc:cxnChg chg="add mod">
          <ac:chgData name="Amoz Pay" userId="S::amoz1.pay@supinfo.com::4d2f8cb2-b070-4ae8-bcd7-1f67ea500ae8" providerId="AD" clId="Web-{0793C0D6-4371-5A22-D413-EDC203CBB4F5}" dt="2026-08-06T15:03:30.005" v="104" actId="1076"/>
          <ac:cxnSpMkLst>
            <pc:docMk/>
            <pc:sldMk cId="4009087195" sldId="306"/>
            <ac:cxnSpMk id="13" creationId="{E692975A-D2DC-14C0-B7F7-06AB229FA762}"/>
          </ac:cxnSpMkLst>
        </pc:cxnChg>
        <pc:cxnChg chg="add mod">
          <ac:chgData name="Amoz Pay" userId="S::amoz1.pay@supinfo.com::4d2f8cb2-b070-4ae8-bcd7-1f67ea500ae8" providerId="AD" clId="Web-{0793C0D6-4371-5A22-D413-EDC203CBB4F5}" dt="2026-08-06T15:03:46.630" v="106" actId="14100"/>
          <ac:cxnSpMkLst>
            <pc:docMk/>
            <pc:sldMk cId="4009087195" sldId="306"/>
            <ac:cxnSpMk id="14" creationId="{0999044A-C6C0-0079-550F-8AF104756339}"/>
          </ac:cxnSpMkLst>
        </pc:cxnChg>
      </pc:sldChg>
      <pc:sldChg chg="add replId">
        <pc:chgData name="Amoz Pay" userId="S::amoz1.pay@supinfo.com::4d2f8cb2-b070-4ae8-bcd7-1f67ea500ae8" providerId="AD" clId="Web-{0793C0D6-4371-5A22-D413-EDC203CBB4F5}" dt="2026-08-06T14:56:28.447" v="19"/>
        <pc:sldMkLst>
          <pc:docMk/>
          <pc:sldMk cId="3198390981" sldId="307"/>
        </pc:sldMkLst>
      </pc:sldChg>
      <pc:sldChg chg="add replId">
        <pc:chgData name="Amoz Pay" userId="S::amoz1.pay@supinfo.com::4d2f8cb2-b070-4ae8-bcd7-1f67ea500ae8" providerId="AD" clId="Web-{0793C0D6-4371-5A22-D413-EDC203CBB4F5}" dt="2026-08-06T14:56:33.322" v="20"/>
        <pc:sldMkLst>
          <pc:docMk/>
          <pc:sldMk cId="1091255482" sldId="308"/>
        </pc:sldMkLst>
      </pc:sldChg>
    </pc:docChg>
  </pc:docChgLst>
  <pc:docChgLst>
    <pc:chgData name="Amoz Pay" userId="S::amoz1.pay@supinfo.com::4d2f8cb2-b070-4ae8-bcd7-1f67ea500ae8" providerId="AD" clId="Web-{48767A06-983A-8279-AA1A-71F3D0EF1B08}"/>
    <pc:docChg chg="delSld modSld">
      <pc:chgData name="Amoz Pay" userId="S::amoz1.pay@supinfo.com::4d2f8cb2-b070-4ae8-bcd7-1f67ea500ae8" providerId="AD" clId="Web-{48767A06-983A-8279-AA1A-71F3D0EF1B08}" dt="2026-08-02T15:11:12.667" v="44" actId="20577"/>
      <pc:docMkLst>
        <pc:docMk/>
      </pc:docMkLst>
      <pc:sldChg chg="modSp">
        <pc:chgData name="Amoz Pay" userId="S::amoz1.pay@supinfo.com::4d2f8cb2-b070-4ae8-bcd7-1f67ea500ae8" providerId="AD" clId="Web-{48767A06-983A-8279-AA1A-71F3D0EF1B08}" dt="2026-08-02T15:09:27.586" v="7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48767A06-983A-8279-AA1A-71F3D0EF1B08}" dt="2026-08-02T15:09:27.586" v="7" actId="20577"/>
          <ac:spMkLst>
            <pc:docMk/>
            <pc:sldMk cId="3129097085" sldId="263"/>
            <ac:spMk id="3" creationId="{3C3DD7B0-B0A8-8FDB-52AB-3930D01F1718}"/>
          </ac:spMkLst>
        </pc:spChg>
      </pc:sldChg>
      <pc:sldChg chg="modSp">
        <pc:chgData name="Amoz Pay" userId="S::amoz1.pay@supinfo.com::4d2f8cb2-b070-4ae8-bcd7-1f67ea500ae8" providerId="AD" clId="Web-{48767A06-983A-8279-AA1A-71F3D0EF1B08}" dt="2026-08-02T15:09:30.633" v="8" actId="20577"/>
        <pc:sldMkLst>
          <pc:docMk/>
          <pc:sldMk cId="2292482935" sldId="267"/>
        </pc:sldMkLst>
        <pc:spChg chg="mod">
          <ac:chgData name="Amoz Pay" userId="S::amoz1.pay@supinfo.com::4d2f8cb2-b070-4ae8-bcd7-1f67ea500ae8" providerId="AD" clId="Web-{48767A06-983A-8279-AA1A-71F3D0EF1B08}" dt="2026-08-02T15:09:30.633" v="8" actId="20577"/>
          <ac:spMkLst>
            <pc:docMk/>
            <pc:sldMk cId="2292482935" sldId="267"/>
            <ac:spMk id="2" creationId="{AB00CD53-20D5-44F6-55E0-0892C820DCE6}"/>
          </ac:spMkLst>
        </pc:spChg>
      </pc:sldChg>
      <pc:sldChg chg="modSp">
        <pc:chgData name="Amoz Pay" userId="S::amoz1.pay@supinfo.com::4d2f8cb2-b070-4ae8-bcd7-1f67ea500ae8" providerId="AD" clId="Web-{48767A06-983A-8279-AA1A-71F3D0EF1B08}" dt="2026-08-02T15:09:33.273" v="10" actId="20577"/>
        <pc:sldMkLst>
          <pc:docMk/>
          <pc:sldMk cId="958373630" sldId="276"/>
        </pc:sldMkLst>
        <pc:spChg chg="mod">
          <ac:chgData name="Amoz Pay" userId="S::amoz1.pay@supinfo.com::4d2f8cb2-b070-4ae8-bcd7-1f67ea500ae8" providerId="AD" clId="Web-{48767A06-983A-8279-AA1A-71F3D0EF1B08}" dt="2026-08-02T15:09:33.273" v="10" actId="20577"/>
          <ac:spMkLst>
            <pc:docMk/>
            <pc:sldMk cId="958373630" sldId="276"/>
            <ac:spMk id="3" creationId="{C1C6CB8D-8C73-AE5D-88CB-2FB87CB0E588}"/>
          </ac:spMkLst>
        </pc:spChg>
      </pc:sldChg>
      <pc:sldChg chg="modSp">
        <pc:chgData name="Amoz Pay" userId="S::amoz1.pay@supinfo.com::4d2f8cb2-b070-4ae8-bcd7-1f67ea500ae8" providerId="AD" clId="Web-{48767A06-983A-8279-AA1A-71F3D0EF1B08}" dt="2026-08-02T15:09:50.789" v="19" actId="20577"/>
        <pc:sldMkLst>
          <pc:docMk/>
          <pc:sldMk cId="779615978" sldId="298"/>
        </pc:sldMkLst>
        <pc:spChg chg="mod">
          <ac:chgData name="Amoz Pay" userId="S::amoz1.pay@supinfo.com::4d2f8cb2-b070-4ae8-bcd7-1f67ea500ae8" providerId="AD" clId="Web-{48767A06-983A-8279-AA1A-71F3D0EF1B08}" dt="2026-08-02T15:09:50.789" v="19" actId="20577"/>
          <ac:spMkLst>
            <pc:docMk/>
            <pc:sldMk cId="779615978" sldId="298"/>
            <ac:spMk id="2" creationId="{8AD7D0D6-4956-BECC-A810-FCCEF2EDFFD6}"/>
          </ac:spMkLst>
        </pc:spChg>
      </pc:sldChg>
    </pc:docChg>
  </pc:docChgLst>
  <pc:docChgLst>
    <pc:chgData name="Amoz Pay" userId="S::amoz1.pay@supinfo.com::4d2f8cb2-b070-4ae8-bcd7-1f67ea500ae8" providerId="AD" clId="Web-{2FBFF4E1-D631-A2A3-5CCD-4EA911EF5060}"/>
    <pc:docChg chg="addSld delSld modSld">
      <pc:chgData name="Amoz Pay" userId="S::amoz1.pay@supinfo.com::4d2f8cb2-b070-4ae8-bcd7-1f67ea500ae8" providerId="AD" clId="Web-{2FBFF4E1-D631-A2A3-5CCD-4EA911EF5060}" dt="2026-08-04T16:34:03.861" v="659" actId="20577"/>
      <pc:docMkLst>
        <pc:docMk/>
      </pc:docMkLst>
      <pc:sldChg chg="modSp">
        <pc:chgData name="Amoz Pay" userId="S::amoz1.pay@supinfo.com::4d2f8cb2-b070-4ae8-bcd7-1f67ea500ae8" providerId="AD" clId="Web-{2FBFF4E1-D631-A2A3-5CCD-4EA911EF5060}" dt="2026-08-04T15:58:24.464" v="32" actId="20577"/>
        <pc:sldMkLst>
          <pc:docMk/>
          <pc:sldMk cId="3619379987" sldId="259"/>
        </pc:sldMkLst>
        <pc:spChg chg="mod">
          <ac:chgData name="Amoz Pay" userId="S::amoz1.pay@supinfo.com::4d2f8cb2-b070-4ae8-bcd7-1f67ea500ae8" providerId="AD" clId="Web-{2FBFF4E1-D631-A2A3-5CCD-4EA911EF5060}" dt="2026-08-04T15:58:24.464" v="32" actId="20577"/>
          <ac:spMkLst>
            <pc:docMk/>
            <pc:sldMk cId="3619379987" sldId="259"/>
            <ac:spMk id="2" creationId="{43BC06DC-4D1A-B2CB-5A63-A1C912BA9509}"/>
          </ac:spMkLst>
        </pc:spChg>
      </pc:sldChg>
      <pc:sldChg chg="modSp">
        <pc:chgData name="Amoz Pay" userId="S::amoz1.pay@supinfo.com::4d2f8cb2-b070-4ae8-bcd7-1f67ea500ae8" providerId="AD" clId="Web-{2FBFF4E1-D631-A2A3-5CCD-4EA911EF5060}" dt="2026-08-04T16:21:16.425" v="418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2FBFF4E1-D631-A2A3-5CCD-4EA911EF5060}" dt="2026-08-04T16:21:16.425" v="418" actId="20577"/>
          <ac:spMkLst>
            <pc:docMk/>
            <pc:sldMk cId="3129097085" sldId="263"/>
            <ac:spMk id="3" creationId="{3C3DD7B0-B0A8-8FDB-52AB-3930D01F1718}"/>
          </ac:spMkLst>
        </pc:spChg>
      </pc:sldChg>
      <pc:sldChg chg="modSp">
        <pc:chgData name="Amoz Pay" userId="S::amoz1.pay@supinfo.com::4d2f8cb2-b070-4ae8-bcd7-1f67ea500ae8" providerId="AD" clId="Web-{2FBFF4E1-D631-A2A3-5CCD-4EA911EF5060}" dt="2026-08-04T16:21:46.910" v="448" actId="20577"/>
        <pc:sldMkLst>
          <pc:docMk/>
          <pc:sldMk cId="2292482935" sldId="267"/>
        </pc:sldMkLst>
        <pc:spChg chg="mod">
          <ac:chgData name="Amoz Pay" userId="S::amoz1.pay@supinfo.com::4d2f8cb2-b070-4ae8-bcd7-1f67ea500ae8" providerId="AD" clId="Web-{2FBFF4E1-D631-A2A3-5CCD-4EA911EF5060}" dt="2026-08-04T16:21:46.910" v="448" actId="20577"/>
          <ac:spMkLst>
            <pc:docMk/>
            <pc:sldMk cId="2292482935" sldId="267"/>
            <ac:spMk id="2" creationId="{AB00CD53-20D5-44F6-55E0-0892C820DCE6}"/>
          </ac:spMkLst>
        </pc:spChg>
      </pc:sldChg>
      <pc:sldChg chg="addSp delSp modSp">
        <pc:chgData name="Amoz Pay" userId="S::amoz1.pay@supinfo.com::4d2f8cb2-b070-4ae8-bcd7-1f67ea500ae8" providerId="AD" clId="Web-{2FBFF4E1-D631-A2A3-5CCD-4EA911EF5060}" dt="2026-08-04T16:22:36.600" v="490" actId="20577"/>
        <pc:sldMkLst>
          <pc:docMk/>
          <pc:sldMk cId="958373630" sldId="276"/>
        </pc:sldMkLst>
        <pc:spChg chg="mod">
          <ac:chgData name="Amoz Pay" userId="S::amoz1.pay@supinfo.com::4d2f8cb2-b070-4ae8-bcd7-1f67ea500ae8" providerId="AD" clId="Web-{2FBFF4E1-D631-A2A3-5CCD-4EA911EF5060}" dt="2026-08-04T16:00:59.236" v="82" actId="20577"/>
          <ac:spMkLst>
            <pc:docMk/>
            <pc:sldMk cId="958373630" sldId="276"/>
            <ac:spMk id="2" creationId="{FA0455FD-D9B7-3017-0161-59B5DE8EDE16}"/>
          </ac:spMkLst>
        </pc:spChg>
        <pc:spChg chg="mod">
          <ac:chgData name="Amoz Pay" userId="S::amoz1.pay@supinfo.com::4d2f8cb2-b070-4ae8-bcd7-1f67ea500ae8" providerId="AD" clId="Web-{2FBFF4E1-D631-A2A3-5CCD-4EA911EF5060}" dt="2026-08-04T16:21:54.926" v="459" actId="20577"/>
          <ac:spMkLst>
            <pc:docMk/>
            <pc:sldMk cId="958373630" sldId="276"/>
            <ac:spMk id="3" creationId="{C1C6CB8D-8C73-AE5D-88CB-2FB87CB0E588}"/>
          </ac:spMkLst>
        </pc:spChg>
        <pc:spChg chg="mod">
          <ac:chgData name="Amoz Pay" userId="S::amoz1.pay@supinfo.com::4d2f8cb2-b070-4ae8-bcd7-1f67ea500ae8" providerId="AD" clId="Web-{2FBFF4E1-D631-A2A3-5CCD-4EA911EF5060}" dt="2026-08-04T16:22:36.600" v="490" actId="20577"/>
          <ac:spMkLst>
            <pc:docMk/>
            <pc:sldMk cId="958373630" sldId="276"/>
            <ac:spMk id="4" creationId="{85BC9D93-DAC0-B60E-3D3C-8FCB518411CE}"/>
          </ac:spMkLst>
        </pc:spChg>
        <pc:picChg chg="add mod">
          <ac:chgData name="Amoz Pay" userId="S::amoz1.pay@supinfo.com::4d2f8cb2-b070-4ae8-bcd7-1f67ea500ae8" providerId="AD" clId="Web-{2FBFF4E1-D631-A2A3-5CCD-4EA911EF5060}" dt="2026-08-04T16:06:33.984" v="236" actId="1076"/>
          <ac:picMkLst>
            <pc:docMk/>
            <pc:sldMk cId="958373630" sldId="276"/>
            <ac:picMk id="6" creationId="{3CD1A7E8-CD07-522F-CE21-B60116AF61D0}"/>
          </ac:picMkLst>
        </pc:picChg>
      </pc:sldChg>
      <pc:sldChg chg="modSp">
        <pc:chgData name="Amoz Pay" userId="S::amoz1.pay@supinfo.com::4d2f8cb2-b070-4ae8-bcd7-1f67ea500ae8" providerId="AD" clId="Web-{2FBFF4E1-D631-A2A3-5CCD-4EA911EF5060}" dt="2026-08-04T16:29:02.427" v="650" actId="20577"/>
        <pc:sldMkLst>
          <pc:docMk/>
          <pc:sldMk cId="779615978" sldId="298"/>
        </pc:sldMkLst>
        <pc:spChg chg="mod">
          <ac:chgData name="Amoz Pay" userId="S::amoz1.pay@supinfo.com::4d2f8cb2-b070-4ae8-bcd7-1f67ea500ae8" providerId="AD" clId="Web-{2FBFF4E1-D631-A2A3-5CCD-4EA911EF5060}" dt="2026-08-04T16:29:02.427" v="650" actId="20577"/>
          <ac:spMkLst>
            <pc:docMk/>
            <pc:sldMk cId="779615978" sldId="298"/>
            <ac:spMk id="2" creationId="{8AD7D0D6-4956-BECC-A810-FCCEF2EDFFD6}"/>
          </ac:spMkLst>
        </pc:spChg>
      </pc:sldChg>
      <pc:sldChg chg="modSp add replId">
        <pc:chgData name="Amoz Pay" userId="S::amoz1.pay@supinfo.com::4d2f8cb2-b070-4ae8-bcd7-1f67ea500ae8" providerId="AD" clId="Web-{2FBFF4E1-D631-A2A3-5CCD-4EA911EF5060}" dt="2026-08-04T16:33:57.908" v="654" actId="20577"/>
        <pc:sldMkLst>
          <pc:docMk/>
          <pc:sldMk cId="1467889502" sldId="299"/>
        </pc:sldMkLst>
        <pc:spChg chg="mod">
          <ac:chgData name="Amoz Pay" userId="S::amoz1.pay@supinfo.com::4d2f8cb2-b070-4ae8-bcd7-1f67ea500ae8" providerId="AD" clId="Web-{2FBFF4E1-D631-A2A3-5CCD-4EA911EF5060}" dt="2026-08-04T16:33:57.908" v="654" actId="20577"/>
          <ac:spMkLst>
            <pc:docMk/>
            <pc:sldMk cId="1467889502" sldId="299"/>
            <ac:spMk id="2" creationId="{5745BAE0-63C8-BEEA-3554-96D985F865D2}"/>
          </ac:spMkLst>
        </pc:spChg>
      </pc:sldChg>
      <pc:sldChg chg="modSp add replId">
        <pc:chgData name="Amoz Pay" userId="S::amoz1.pay@supinfo.com::4d2f8cb2-b070-4ae8-bcd7-1f67ea500ae8" providerId="AD" clId="Web-{2FBFF4E1-D631-A2A3-5CCD-4EA911EF5060}" dt="2026-08-04T16:34:03.861" v="659" actId="20577"/>
        <pc:sldMkLst>
          <pc:docMk/>
          <pc:sldMk cId="184785181" sldId="300"/>
        </pc:sldMkLst>
        <pc:spChg chg="mod">
          <ac:chgData name="Amoz Pay" userId="S::amoz1.pay@supinfo.com::4d2f8cb2-b070-4ae8-bcd7-1f67ea500ae8" providerId="AD" clId="Web-{2FBFF4E1-D631-A2A3-5CCD-4EA911EF5060}" dt="2026-08-04T16:34:03.861" v="659" actId="20577"/>
          <ac:spMkLst>
            <pc:docMk/>
            <pc:sldMk cId="184785181" sldId="300"/>
            <ac:spMk id="2" creationId="{B3C96449-AF1A-98BD-7183-D14330DC2970}"/>
          </ac:spMkLst>
        </pc:spChg>
      </pc:sldChg>
      <pc:sldChg chg="modSp add replId">
        <pc:chgData name="Amoz Pay" userId="S::amoz1.pay@supinfo.com::4d2f8cb2-b070-4ae8-bcd7-1f67ea500ae8" providerId="AD" clId="Web-{2FBFF4E1-D631-A2A3-5CCD-4EA911EF5060}" dt="2026-08-04T16:22:53.038" v="513" actId="20577"/>
        <pc:sldMkLst>
          <pc:docMk/>
          <pc:sldMk cId="3949740620" sldId="301"/>
        </pc:sldMkLst>
        <pc:spChg chg="mod">
          <ac:chgData name="Amoz Pay" userId="S::amoz1.pay@supinfo.com::4d2f8cb2-b070-4ae8-bcd7-1f67ea500ae8" providerId="AD" clId="Web-{2FBFF4E1-D631-A2A3-5CCD-4EA911EF5060}" dt="2026-08-04T16:07:23.470" v="245" actId="20577"/>
          <ac:spMkLst>
            <pc:docMk/>
            <pc:sldMk cId="3949740620" sldId="301"/>
            <ac:spMk id="2" creationId="{242AE1F2-D822-AF82-FAA6-069C6357AA80}"/>
          </ac:spMkLst>
        </pc:spChg>
        <pc:spChg chg="mod">
          <ac:chgData name="Amoz Pay" userId="S::amoz1.pay@supinfo.com::4d2f8cb2-b070-4ae8-bcd7-1f67ea500ae8" providerId="AD" clId="Web-{2FBFF4E1-D631-A2A3-5CCD-4EA911EF5060}" dt="2026-08-04T16:22:04.786" v="460" actId="20577"/>
          <ac:spMkLst>
            <pc:docMk/>
            <pc:sldMk cId="3949740620" sldId="301"/>
            <ac:spMk id="3" creationId="{F2EBBF6F-71B2-E4BC-08C3-3A73EC1DAA13}"/>
          </ac:spMkLst>
        </pc:spChg>
        <pc:spChg chg="mod">
          <ac:chgData name="Amoz Pay" userId="S::amoz1.pay@supinfo.com::4d2f8cb2-b070-4ae8-bcd7-1f67ea500ae8" providerId="AD" clId="Web-{2FBFF4E1-D631-A2A3-5CCD-4EA911EF5060}" dt="2026-08-04T16:22:53.038" v="513" actId="20577"/>
          <ac:spMkLst>
            <pc:docMk/>
            <pc:sldMk cId="3949740620" sldId="301"/>
            <ac:spMk id="4" creationId="{81C1191D-6A8B-A6F2-22AC-9C5189E610ED}"/>
          </ac:spMkLst>
        </pc:spChg>
      </pc:sldChg>
      <pc:sldChg chg="addSp delSp modSp add replId">
        <pc:chgData name="Amoz Pay" userId="S::amoz1.pay@supinfo.com::4d2f8cb2-b070-4ae8-bcd7-1f67ea500ae8" providerId="AD" clId="Web-{2FBFF4E1-D631-A2A3-5CCD-4EA911EF5060}" dt="2026-08-04T16:23:00.835" v="517" actId="20577"/>
        <pc:sldMkLst>
          <pc:docMk/>
          <pc:sldMk cId="672231380" sldId="302"/>
        </pc:sldMkLst>
        <pc:spChg chg="mod">
          <ac:chgData name="Amoz Pay" userId="S::amoz1.pay@supinfo.com::4d2f8cb2-b070-4ae8-bcd7-1f67ea500ae8" providerId="AD" clId="Web-{2FBFF4E1-D631-A2A3-5CCD-4EA911EF5060}" dt="2026-08-04T16:17:03.837" v="281" actId="20577"/>
          <ac:spMkLst>
            <pc:docMk/>
            <pc:sldMk cId="672231380" sldId="302"/>
            <ac:spMk id="2" creationId="{7A37FEF0-4E14-865F-1E79-817C993C1714}"/>
          </ac:spMkLst>
        </pc:spChg>
        <pc:spChg chg="mod">
          <ac:chgData name="Amoz Pay" userId="S::amoz1.pay@supinfo.com::4d2f8cb2-b070-4ae8-bcd7-1f67ea500ae8" providerId="AD" clId="Web-{2FBFF4E1-D631-A2A3-5CCD-4EA911EF5060}" dt="2026-08-04T16:22:07.802" v="461" actId="20577"/>
          <ac:spMkLst>
            <pc:docMk/>
            <pc:sldMk cId="672231380" sldId="302"/>
            <ac:spMk id="3" creationId="{3FA88355-FC8F-B079-6C46-A7477471D539}"/>
          </ac:spMkLst>
        </pc:spChg>
        <pc:spChg chg="mod">
          <ac:chgData name="Amoz Pay" userId="S::amoz1.pay@supinfo.com::4d2f8cb2-b070-4ae8-bcd7-1f67ea500ae8" providerId="AD" clId="Web-{2FBFF4E1-D631-A2A3-5CCD-4EA911EF5060}" dt="2026-08-04T16:23:00.835" v="517" actId="20577"/>
          <ac:spMkLst>
            <pc:docMk/>
            <pc:sldMk cId="672231380" sldId="302"/>
            <ac:spMk id="4" creationId="{43884CEB-1096-1764-9943-FFF315034840}"/>
          </ac:spMkLst>
        </pc:spChg>
        <pc:spChg chg="add mod">
          <ac:chgData name="Amoz Pay" userId="S::amoz1.pay@supinfo.com::4d2f8cb2-b070-4ae8-bcd7-1f67ea500ae8" providerId="AD" clId="Web-{2FBFF4E1-D631-A2A3-5CCD-4EA911EF5060}" dt="2026-08-04T16:16:31.132" v="279" actId="1076"/>
          <ac:spMkLst>
            <pc:docMk/>
            <pc:sldMk cId="672231380" sldId="302"/>
            <ac:spMk id="7" creationId="{722943F5-D778-E968-5893-ECE4B716B3AF}"/>
          </ac:spMkLst>
        </pc:spChg>
        <pc:picChg chg="add mod">
          <ac:chgData name="Amoz Pay" userId="S::amoz1.pay@supinfo.com::4d2f8cb2-b070-4ae8-bcd7-1f67ea500ae8" providerId="AD" clId="Web-{2FBFF4E1-D631-A2A3-5CCD-4EA911EF5060}" dt="2026-08-04T16:16:35.351" v="280" actId="1076"/>
          <ac:picMkLst>
            <pc:docMk/>
            <pc:sldMk cId="672231380" sldId="302"/>
            <ac:picMk id="5" creationId="{DD5AEC3D-1017-6B97-10BB-DE4C64E7D52B}"/>
          </ac:picMkLst>
        </pc:picChg>
      </pc:sldChg>
      <pc:sldChg chg="delSp modSp add replId">
        <pc:chgData name="Amoz Pay" userId="S::amoz1.pay@supinfo.com::4d2f8cb2-b070-4ae8-bcd7-1f67ea500ae8" providerId="AD" clId="Web-{2FBFF4E1-D631-A2A3-5CCD-4EA911EF5060}" dt="2026-08-04T16:23:03.945" v="520" actId="20577"/>
        <pc:sldMkLst>
          <pc:docMk/>
          <pc:sldMk cId="3247357619" sldId="303"/>
        </pc:sldMkLst>
        <pc:spChg chg="mod">
          <ac:chgData name="Amoz Pay" userId="S::amoz1.pay@supinfo.com::4d2f8cb2-b070-4ae8-bcd7-1f67ea500ae8" providerId="AD" clId="Web-{2FBFF4E1-D631-A2A3-5CCD-4EA911EF5060}" dt="2026-08-04T16:20:25.892" v="411" actId="20577"/>
          <ac:spMkLst>
            <pc:docMk/>
            <pc:sldMk cId="3247357619" sldId="303"/>
            <ac:spMk id="2" creationId="{E878733D-1865-427C-100C-59088AC43894}"/>
          </ac:spMkLst>
        </pc:spChg>
        <pc:spChg chg="mod">
          <ac:chgData name="Amoz Pay" userId="S::amoz1.pay@supinfo.com::4d2f8cb2-b070-4ae8-bcd7-1f67ea500ae8" providerId="AD" clId="Web-{2FBFF4E1-D631-A2A3-5CCD-4EA911EF5060}" dt="2026-08-04T16:22:10.443" v="462" actId="20577"/>
          <ac:spMkLst>
            <pc:docMk/>
            <pc:sldMk cId="3247357619" sldId="303"/>
            <ac:spMk id="3" creationId="{BD7A1C77-8878-0596-FF4D-969A28F0702D}"/>
          </ac:spMkLst>
        </pc:spChg>
        <pc:spChg chg="mod">
          <ac:chgData name="Amoz Pay" userId="S::amoz1.pay@supinfo.com::4d2f8cb2-b070-4ae8-bcd7-1f67ea500ae8" providerId="AD" clId="Web-{2FBFF4E1-D631-A2A3-5CCD-4EA911EF5060}" dt="2026-08-04T16:23:03.945" v="520" actId="20577"/>
          <ac:spMkLst>
            <pc:docMk/>
            <pc:sldMk cId="3247357619" sldId="303"/>
            <ac:spMk id="4" creationId="{4AC7030F-A17C-2EFA-FE9C-07B60D79C4BA}"/>
          </ac:spMkLst>
        </pc:spChg>
      </pc:sldChg>
      <pc:sldChg chg="delSp modSp add replId">
        <pc:chgData name="Amoz Pay" userId="S::amoz1.pay@supinfo.com::4d2f8cb2-b070-4ae8-bcd7-1f67ea500ae8" providerId="AD" clId="Web-{2FBFF4E1-D631-A2A3-5CCD-4EA911EF5060}" dt="2026-08-04T16:27:43.909" v="618" actId="20577"/>
        <pc:sldMkLst>
          <pc:docMk/>
          <pc:sldMk cId="4076660656" sldId="304"/>
        </pc:sldMkLst>
        <pc:spChg chg="mod">
          <ac:chgData name="Amoz Pay" userId="S::amoz1.pay@supinfo.com::4d2f8cb2-b070-4ae8-bcd7-1f67ea500ae8" providerId="AD" clId="Web-{2FBFF4E1-D631-A2A3-5CCD-4EA911EF5060}" dt="2026-08-04T16:27:43.909" v="618" actId="20577"/>
          <ac:spMkLst>
            <pc:docMk/>
            <pc:sldMk cId="4076660656" sldId="304"/>
            <ac:spMk id="2" creationId="{D43A3E99-D2CD-8FE1-98E4-0B0D44F2463C}"/>
          </ac:spMkLst>
        </pc:spChg>
        <pc:spChg chg="mod">
          <ac:chgData name="Amoz Pay" userId="S::amoz1.pay@supinfo.com::4d2f8cb2-b070-4ae8-bcd7-1f67ea500ae8" providerId="AD" clId="Web-{2FBFF4E1-D631-A2A3-5CCD-4EA911EF5060}" dt="2026-08-04T16:22:13.990" v="463" actId="20577"/>
          <ac:spMkLst>
            <pc:docMk/>
            <pc:sldMk cId="4076660656" sldId="304"/>
            <ac:spMk id="3" creationId="{427668A1-C370-09F2-8B5E-953B6A17466C}"/>
          </ac:spMkLst>
        </pc:spChg>
        <pc:spChg chg="mod">
          <ac:chgData name="Amoz Pay" userId="S::amoz1.pay@supinfo.com::4d2f8cb2-b070-4ae8-bcd7-1f67ea500ae8" providerId="AD" clId="Web-{2FBFF4E1-D631-A2A3-5CCD-4EA911EF5060}" dt="2026-08-04T16:23:56.806" v="531" actId="20577"/>
          <ac:spMkLst>
            <pc:docMk/>
            <pc:sldMk cId="4076660656" sldId="304"/>
            <ac:spMk id="4" creationId="{551ED409-5A5D-808A-4814-EE4E9D70032E}"/>
          </ac:spMkLst>
        </pc:spChg>
      </pc:sldChg>
      <pc:sldChg chg="modSp add replId">
        <pc:chgData name="Amoz Pay" userId="S::amoz1.pay@supinfo.com::4d2f8cb2-b070-4ae8-bcd7-1f67ea500ae8" providerId="AD" clId="Web-{2FBFF4E1-D631-A2A3-5CCD-4EA911EF5060}" dt="2026-08-04T16:28:37.176" v="638" actId="20577"/>
        <pc:sldMkLst>
          <pc:docMk/>
          <pc:sldMk cId="4107010611" sldId="305"/>
        </pc:sldMkLst>
        <pc:spChg chg="mod">
          <ac:chgData name="Amoz Pay" userId="S::amoz1.pay@supinfo.com::4d2f8cb2-b070-4ae8-bcd7-1f67ea500ae8" providerId="AD" clId="Web-{2FBFF4E1-D631-A2A3-5CCD-4EA911EF5060}" dt="2026-08-04T16:28:37.176" v="638" actId="20577"/>
          <ac:spMkLst>
            <pc:docMk/>
            <pc:sldMk cId="4107010611" sldId="305"/>
            <ac:spMk id="2" creationId="{DD2EA4D0-4479-BC66-9295-E8E2D950EE78}"/>
          </ac:spMkLst>
        </pc:spChg>
        <pc:spChg chg="mod">
          <ac:chgData name="Amoz Pay" userId="S::amoz1.pay@supinfo.com::4d2f8cb2-b070-4ae8-bcd7-1f67ea500ae8" providerId="AD" clId="Web-{2FBFF4E1-D631-A2A3-5CCD-4EA911EF5060}" dt="2026-08-04T16:28:02.816" v="632" actId="20577"/>
          <ac:spMkLst>
            <pc:docMk/>
            <pc:sldMk cId="4107010611" sldId="305"/>
            <ac:spMk id="4" creationId="{EDAAB043-BDEB-77E8-70FE-7B905AFBB7A3}"/>
          </ac:spMkLst>
        </pc:spChg>
      </pc:sldChg>
    </pc:docChg>
  </pc:docChgLst>
  <pc:docChgLst>
    <pc:chgData name="Amoz Pay" userId="S::amoz1.pay@supinfo.com::4d2f8cb2-b070-4ae8-bcd7-1f67ea500ae8" providerId="AD" clId="Web-{B49EE323-9B28-11A3-C6D6-1B18CAC40CA6}"/>
    <pc:docChg chg="addSld modSld">
      <pc:chgData name="Amoz Pay" userId="S::amoz1.pay@supinfo.com::4d2f8cb2-b070-4ae8-bcd7-1f67ea500ae8" providerId="AD" clId="Web-{B49EE323-9B28-11A3-C6D6-1B18CAC40CA6}" dt="2026-08-10T19:09:54.818" v="1091" actId="20577"/>
      <pc:docMkLst>
        <pc:docMk/>
      </pc:docMkLst>
      <pc:sldChg chg="modSp">
        <pc:chgData name="Amoz Pay" userId="S::amoz1.pay@supinfo.com::4d2f8cb2-b070-4ae8-bcd7-1f67ea500ae8" providerId="AD" clId="Web-{B49EE323-9B28-11A3-C6D6-1B18CAC40CA6}" dt="2026-08-10T19:08:13.845" v="1066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B49EE323-9B28-11A3-C6D6-1B18CAC40CA6}" dt="2026-08-10T19:08:13.845" v="1066" actId="20577"/>
          <ac:spMkLst>
            <pc:docMk/>
            <pc:sldMk cId="3129097085" sldId="263"/>
            <ac:spMk id="3" creationId="{3C3DD7B0-B0A8-8FDB-52AB-3930D01F1718}"/>
          </ac:spMkLst>
        </pc:spChg>
      </pc:sldChg>
      <pc:sldChg chg="modSp">
        <pc:chgData name="Amoz Pay" userId="S::amoz1.pay@supinfo.com::4d2f8cb2-b070-4ae8-bcd7-1f67ea500ae8" providerId="AD" clId="Web-{B49EE323-9B28-11A3-C6D6-1B18CAC40CA6}" dt="2026-08-10T16:08:22.380" v="504" actId="20577"/>
        <pc:sldMkLst>
          <pc:docMk/>
          <pc:sldMk cId="3156027996" sldId="314"/>
        </pc:sldMkLst>
        <pc:spChg chg="mod">
          <ac:chgData name="Amoz Pay" userId="S::amoz1.pay@supinfo.com::4d2f8cb2-b070-4ae8-bcd7-1f67ea500ae8" providerId="AD" clId="Web-{B49EE323-9B28-11A3-C6D6-1B18CAC40CA6}" dt="2026-08-10T15:57:42.366" v="21" actId="20577"/>
          <ac:spMkLst>
            <pc:docMk/>
            <pc:sldMk cId="3156027996" sldId="314"/>
            <ac:spMk id="2" creationId="{BCF51C56-8F7D-4934-EA4A-D49E464BF7DD}"/>
          </ac:spMkLst>
        </pc:spChg>
        <pc:spChg chg="mod">
          <ac:chgData name="Amoz Pay" userId="S::amoz1.pay@supinfo.com::4d2f8cb2-b070-4ae8-bcd7-1f67ea500ae8" providerId="AD" clId="Web-{B49EE323-9B28-11A3-C6D6-1B18CAC40CA6}" dt="2026-08-10T16:08:22.380" v="504" actId="20577"/>
          <ac:spMkLst>
            <pc:docMk/>
            <pc:sldMk cId="3156027996" sldId="314"/>
            <ac:spMk id="16" creationId="{4A7999F2-FADA-6417-9449-6E93BC07696F}"/>
          </ac:spMkLst>
        </pc:spChg>
      </pc:sldChg>
      <pc:sldChg chg="addSp delSp modSp add replId">
        <pc:chgData name="Amoz Pay" userId="S::amoz1.pay@supinfo.com::4d2f8cb2-b070-4ae8-bcd7-1f67ea500ae8" providerId="AD" clId="Web-{B49EE323-9B28-11A3-C6D6-1B18CAC40CA6}" dt="2026-08-10T18:44:21.533" v="548" actId="20577"/>
        <pc:sldMkLst>
          <pc:docMk/>
          <pc:sldMk cId="315610598" sldId="315"/>
        </pc:sldMkLst>
        <pc:spChg chg="mod">
          <ac:chgData name="Amoz Pay" userId="S::amoz1.pay@supinfo.com::4d2f8cb2-b070-4ae8-bcd7-1f67ea500ae8" providerId="AD" clId="Web-{B49EE323-9B28-11A3-C6D6-1B18CAC40CA6}" dt="2026-08-10T18:44:21.533" v="548" actId="20577"/>
          <ac:spMkLst>
            <pc:docMk/>
            <pc:sldMk cId="315610598" sldId="315"/>
            <ac:spMk id="2" creationId="{1B0383B6-2752-B275-E3F2-8E4DE166D3D8}"/>
          </ac:spMkLst>
        </pc:spChg>
        <pc:spChg chg="mod">
          <ac:chgData name="Amoz Pay" userId="S::amoz1.pay@supinfo.com::4d2f8cb2-b070-4ae8-bcd7-1f67ea500ae8" providerId="AD" clId="Web-{B49EE323-9B28-11A3-C6D6-1B18CAC40CA6}" dt="2026-08-10T16:08:30.427" v="506" actId="20577"/>
          <ac:spMkLst>
            <pc:docMk/>
            <pc:sldMk cId="315610598" sldId="315"/>
            <ac:spMk id="16" creationId="{478C653C-FCD8-207B-2241-33D742EF3F49}"/>
          </ac:spMkLst>
        </pc:spChg>
      </pc:sldChg>
      <pc:sldChg chg="modSp add replId">
        <pc:chgData name="Amoz Pay" userId="S::amoz1.pay@supinfo.com::4d2f8cb2-b070-4ae8-bcd7-1f67ea500ae8" providerId="AD" clId="Web-{B49EE323-9B28-11A3-C6D6-1B18CAC40CA6}" dt="2026-08-10T16:09:50.589" v="541" actId="20577"/>
        <pc:sldMkLst>
          <pc:docMk/>
          <pc:sldMk cId="1844265932" sldId="316"/>
        </pc:sldMkLst>
        <pc:spChg chg="mod">
          <ac:chgData name="Amoz Pay" userId="S::amoz1.pay@supinfo.com::4d2f8cb2-b070-4ae8-bcd7-1f67ea500ae8" providerId="AD" clId="Web-{B49EE323-9B28-11A3-C6D6-1B18CAC40CA6}" dt="2026-08-10T16:02:00.117" v="271" actId="20577"/>
          <ac:spMkLst>
            <pc:docMk/>
            <pc:sldMk cId="1844265932" sldId="316"/>
            <ac:spMk id="2" creationId="{72C3271F-70E5-6757-3B8E-FD1439F1D05B}"/>
          </ac:spMkLst>
        </pc:spChg>
        <pc:spChg chg="mod">
          <ac:chgData name="Amoz Pay" userId="S::amoz1.pay@supinfo.com::4d2f8cb2-b070-4ae8-bcd7-1f67ea500ae8" providerId="AD" clId="Web-{B49EE323-9B28-11A3-C6D6-1B18CAC40CA6}" dt="2026-08-10T16:09:50.589" v="541" actId="20577"/>
          <ac:spMkLst>
            <pc:docMk/>
            <pc:sldMk cId="1844265932" sldId="316"/>
            <ac:spMk id="16" creationId="{00ED5282-294D-1FA7-9ED3-BDBF43ADEB44}"/>
          </ac:spMkLst>
        </pc:spChg>
      </pc:sldChg>
      <pc:sldChg chg="modSp add replId">
        <pc:chgData name="Amoz Pay" userId="S::amoz1.pay@supinfo.com::4d2f8cb2-b070-4ae8-bcd7-1f67ea500ae8" providerId="AD" clId="Web-{B49EE323-9B28-11A3-C6D6-1B18CAC40CA6}" dt="2026-08-10T16:09:33.072" v="537" actId="20577"/>
        <pc:sldMkLst>
          <pc:docMk/>
          <pc:sldMk cId="3695410967" sldId="317"/>
        </pc:sldMkLst>
        <pc:spChg chg="mod">
          <ac:chgData name="Amoz Pay" userId="S::amoz1.pay@supinfo.com::4d2f8cb2-b070-4ae8-bcd7-1f67ea500ae8" providerId="AD" clId="Web-{B49EE323-9B28-11A3-C6D6-1B18CAC40CA6}" dt="2026-08-10T16:03:38.094" v="302" actId="20577"/>
          <ac:spMkLst>
            <pc:docMk/>
            <pc:sldMk cId="3695410967" sldId="317"/>
            <ac:spMk id="2" creationId="{ECF02886-2B6E-7627-521D-CEC47E641B67}"/>
          </ac:spMkLst>
        </pc:spChg>
        <pc:spChg chg="mod">
          <ac:chgData name="Amoz Pay" userId="S::amoz1.pay@supinfo.com::4d2f8cb2-b070-4ae8-bcd7-1f67ea500ae8" providerId="AD" clId="Web-{B49EE323-9B28-11A3-C6D6-1B18CAC40CA6}" dt="2026-08-10T16:09:33.072" v="537" actId="20577"/>
          <ac:spMkLst>
            <pc:docMk/>
            <pc:sldMk cId="3695410967" sldId="317"/>
            <ac:spMk id="16" creationId="{699145D8-368E-1090-E8CD-7ECA1769B4A3}"/>
          </ac:spMkLst>
        </pc:spChg>
      </pc:sldChg>
      <pc:sldChg chg="modSp add replId">
        <pc:chgData name="Amoz Pay" userId="S::amoz1.pay@supinfo.com::4d2f8cb2-b070-4ae8-bcd7-1f67ea500ae8" providerId="AD" clId="Web-{B49EE323-9B28-11A3-C6D6-1B18CAC40CA6}" dt="2026-08-10T18:55:41.846" v="826" actId="20577"/>
        <pc:sldMkLst>
          <pc:docMk/>
          <pc:sldMk cId="2151903712" sldId="318"/>
        </pc:sldMkLst>
        <pc:spChg chg="mod">
          <ac:chgData name="Amoz Pay" userId="S::amoz1.pay@supinfo.com::4d2f8cb2-b070-4ae8-bcd7-1f67ea500ae8" providerId="AD" clId="Web-{B49EE323-9B28-11A3-C6D6-1B18CAC40CA6}" dt="2026-08-10T18:50:38.271" v="625" actId="20577"/>
          <ac:spMkLst>
            <pc:docMk/>
            <pc:sldMk cId="2151903712" sldId="318"/>
            <ac:spMk id="2" creationId="{E8AC27F9-3142-1F7D-C030-41DF63F4BC31}"/>
          </ac:spMkLst>
        </pc:spChg>
        <pc:spChg chg="mod">
          <ac:chgData name="Amoz Pay" userId="S::amoz1.pay@supinfo.com::4d2f8cb2-b070-4ae8-bcd7-1f67ea500ae8" providerId="AD" clId="Web-{B49EE323-9B28-11A3-C6D6-1B18CAC40CA6}" dt="2026-08-10T18:49:23.846" v="565" actId="20577"/>
          <ac:spMkLst>
            <pc:docMk/>
            <pc:sldMk cId="2151903712" sldId="318"/>
            <ac:spMk id="4" creationId="{F1A77B92-0D55-E71B-0208-63F5607C71EF}"/>
          </ac:spMkLst>
        </pc:spChg>
        <pc:spChg chg="mod">
          <ac:chgData name="Amoz Pay" userId="S::amoz1.pay@supinfo.com::4d2f8cb2-b070-4ae8-bcd7-1f67ea500ae8" providerId="AD" clId="Web-{B49EE323-9B28-11A3-C6D6-1B18CAC40CA6}" dt="2026-08-10T18:55:41.846" v="826" actId="20577"/>
          <ac:spMkLst>
            <pc:docMk/>
            <pc:sldMk cId="2151903712" sldId="318"/>
            <ac:spMk id="16" creationId="{81555D3B-376B-F34D-AB02-54075A9236E9}"/>
          </ac:spMkLst>
        </pc:spChg>
      </pc:sldChg>
      <pc:sldChg chg="modSp add replId">
        <pc:chgData name="Amoz Pay" userId="S::amoz1.pay@supinfo.com::4d2f8cb2-b070-4ae8-bcd7-1f67ea500ae8" providerId="AD" clId="Web-{B49EE323-9B28-11A3-C6D6-1B18CAC40CA6}" dt="2026-08-10T19:09:40.708" v="1081" actId="20577"/>
        <pc:sldMkLst>
          <pc:docMk/>
          <pc:sldMk cId="2574113100" sldId="319"/>
        </pc:sldMkLst>
        <pc:spChg chg="mod">
          <ac:chgData name="Amoz Pay" userId="S::amoz1.pay@supinfo.com::4d2f8cb2-b070-4ae8-bcd7-1f67ea500ae8" providerId="AD" clId="Web-{B49EE323-9B28-11A3-C6D6-1B18CAC40CA6}" dt="2026-08-10T18:57:30.006" v="885" actId="20577"/>
          <ac:spMkLst>
            <pc:docMk/>
            <pc:sldMk cId="2574113100" sldId="319"/>
            <ac:spMk id="2" creationId="{1505A956-7FE2-6605-EE7A-3C073364C1E2}"/>
          </ac:spMkLst>
        </pc:spChg>
        <pc:spChg chg="mod">
          <ac:chgData name="Amoz Pay" userId="S::amoz1.pay@supinfo.com::4d2f8cb2-b070-4ae8-bcd7-1f67ea500ae8" providerId="AD" clId="Web-{B49EE323-9B28-11A3-C6D6-1B18CAC40CA6}" dt="2026-08-10T19:09:40.708" v="1081" actId="20577"/>
          <ac:spMkLst>
            <pc:docMk/>
            <pc:sldMk cId="2574113100" sldId="319"/>
            <ac:spMk id="4" creationId="{A7F79136-248D-86EA-E83A-DECAC001970D}"/>
          </ac:spMkLst>
        </pc:spChg>
        <pc:spChg chg="mod">
          <ac:chgData name="Amoz Pay" userId="S::amoz1.pay@supinfo.com::4d2f8cb2-b070-4ae8-bcd7-1f67ea500ae8" providerId="AD" clId="Web-{B49EE323-9B28-11A3-C6D6-1B18CAC40CA6}" dt="2026-08-10T18:58:59.354" v="934" actId="20577"/>
          <ac:spMkLst>
            <pc:docMk/>
            <pc:sldMk cId="2574113100" sldId="319"/>
            <ac:spMk id="16" creationId="{3C9E3F71-694E-CF90-2A39-92C439512533}"/>
          </ac:spMkLst>
        </pc:spChg>
      </pc:sldChg>
      <pc:sldChg chg="modSp add replId">
        <pc:chgData name="Amoz Pay" userId="S::amoz1.pay@supinfo.com::4d2f8cb2-b070-4ae8-bcd7-1f67ea500ae8" providerId="AD" clId="Web-{B49EE323-9B28-11A3-C6D6-1B18CAC40CA6}" dt="2026-08-10T19:08:22.454" v="1071" actId="20577"/>
        <pc:sldMkLst>
          <pc:docMk/>
          <pc:sldMk cId="1868917309" sldId="320"/>
        </pc:sldMkLst>
        <pc:spChg chg="mod">
          <ac:chgData name="Amoz Pay" userId="S::amoz1.pay@supinfo.com::4d2f8cb2-b070-4ae8-bcd7-1f67ea500ae8" providerId="AD" clId="Web-{B49EE323-9B28-11A3-C6D6-1B18CAC40CA6}" dt="2026-08-10T19:08:22.454" v="1071" actId="20577"/>
          <ac:spMkLst>
            <pc:docMk/>
            <pc:sldMk cId="1868917309" sldId="320"/>
            <ac:spMk id="2" creationId="{D78F986C-2D1A-F08D-B298-446865A4C9B1}"/>
          </ac:spMkLst>
        </pc:spChg>
      </pc:sldChg>
      <pc:sldChg chg="modSp add replId">
        <pc:chgData name="Amoz Pay" userId="S::amoz1.pay@supinfo.com::4d2f8cb2-b070-4ae8-bcd7-1f67ea500ae8" providerId="AD" clId="Web-{B49EE323-9B28-11A3-C6D6-1B18CAC40CA6}" dt="2026-08-10T19:08:27.564" v="1072" actId="20577"/>
        <pc:sldMkLst>
          <pc:docMk/>
          <pc:sldMk cId="603096575" sldId="321"/>
        </pc:sldMkLst>
        <pc:spChg chg="mod">
          <ac:chgData name="Amoz Pay" userId="S::amoz1.pay@supinfo.com::4d2f8cb2-b070-4ae8-bcd7-1f67ea500ae8" providerId="AD" clId="Web-{B49EE323-9B28-11A3-C6D6-1B18CAC40CA6}" dt="2026-08-10T19:08:27.564" v="1072" actId="20577"/>
          <ac:spMkLst>
            <pc:docMk/>
            <pc:sldMk cId="603096575" sldId="321"/>
            <ac:spMk id="2" creationId="{4A930D39-2BC3-0104-2261-6E2EF726A032}"/>
          </ac:spMkLst>
        </pc:spChg>
      </pc:sldChg>
      <pc:sldChg chg="modSp add replId">
        <pc:chgData name="Amoz Pay" userId="S::amoz1.pay@supinfo.com::4d2f8cb2-b070-4ae8-bcd7-1f67ea500ae8" providerId="AD" clId="Web-{B49EE323-9B28-11A3-C6D6-1B18CAC40CA6}" dt="2026-08-10T19:09:54.818" v="1091" actId="20577"/>
        <pc:sldMkLst>
          <pc:docMk/>
          <pc:sldMk cId="3095982327" sldId="322"/>
        </pc:sldMkLst>
        <pc:spChg chg="mod">
          <ac:chgData name="Amoz Pay" userId="S::amoz1.pay@supinfo.com::4d2f8cb2-b070-4ae8-bcd7-1f67ea500ae8" providerId="AD" clId="Web-{B49EE323-9B28-11A3-C6D6-1B18CAC40CA6}" dt="2026-08-10T19:09:54.818" v="1091" actId="20577"/>
          <ac:spMkLst>
            <pc:docMk/>
            <pc:sldMk cId="3095982327" sldId="322"/>
            <ac:spMk id="2" creationId="{44C52AD3-3D37-FB85-B68A-625FD7EB957E}"/>
          </ac:spMkLst>
        </pc:spChg>
        <pc:spChg chg="mod">
          <ac:chgData name="Amoz Pay" userId="S::amoz1.pay@supinfo.com::4d2f8cb2-b070-4ae8-bcd7-1f67ea500ae8" providerId="AD" clId="Web-{B49EE323-9B28-11A3-C6D6-1B18CAC40CA6}" dt="2026-08-10T19:08:35.299" v="1080" actId="20577"/>
          <ac:spMkLst>
            <pc:docMk/>
            <pc:sldMk cId="3095982327" sldId="322"/>
            <ac:spMk id="3" creationId="{A3113800-8B8A-D495-C333-0D5A159BA9BE}"/>
          </ac:spMkLst>
        </pc:spChg>
        <pc:spChg chg="mod">
          <ac:chgData name="Amoz Pay" userId="S::amoz1.pay@supinfo.com::4d2f8cb2-b070-4ae8-bcd7-1f67ea500ae8" providerId="AD" clId="Web-{B49EE323-9B28-11A3-C6D6-1B18CAC40CA6}" dt="2026-08-10T19:09:48.020" v="1090" actId="20577"/>
          <ac:spMkLst>
            <pc:docMk/>
            <pc:sldMk cId="3095982327" sldId="322"/>
            <ac:spMk id="4" creationId="{459A6E3B-FFB5-229A-0028-CC415857B71D}"/>
          </ac:spMkLst>
        </pc:spChg>
      </pc:sldChg>
      <pc:sldChg chg="addSp delSp modSp add replId">
        <pc:chgData name="Amoz Pay" userId="S::amoz1.pay@supinfo.com::4d2f8cb2-b070-4ae8-bcd7-1f67ea500ae8" providerId="AD" clId="Web-{B49EE323-9B28-11A3-C6D6-1B18CAC40CA6}" dt="2026-08-10T19:06:52.904" v="1057" actId="14100"/>
        <pc:sldMkLst>
          <pc:docMk/>
          <pc:sldMk cId="3892252979" sldId="323"/>
        </pc:sldMkLst>
        <pc:spChg chg="mod">
          <ac:chgData name="Amoz Pay" userId="S::amoz1.pay@supinfo.com::4d2f8cb2-b070-4ae8-bcd7-1f67ea500ae8" providerId="AD" clId="Web-{B49EE323-9B28-11A3-C6D6-1B18CAC40CA6}" dt="2026-08-10T19:06:52.904" v="1057" actId="14100"/>
          <ac:spMkLst>
            <pc:docMk/>
            <pc:sldMk cId="3892252979" sldId="323"/>
            <ac:spMk id="2" creationId="{28BED946-0FB4-6D42-13D6-E2C43DFF006A}"/>
          </ac:spMkLst>
        </pc:spChg>
        <pc:spChg chg="mod">
          <ac:chgData name="Amoz Pay" userId="S::amoz1.pay@supinfo.com::4d2f8cb2-b070-4ae8-bcd7-1f67ea500ae8" providerId="AD" clId="Web-{B49EE323-9B28-11A3-C6D6-1B18CAC40CA6}" dt="2026-08-10T19:00:54.202" v="964" actId="20577"/>
          <ac:spMkLst>
            <pc:docMk/>
            <pc:sldMk cId="3892252979" sldId="323"/>
            <ac:spMk id="4" creationId="{AA1A313F-15BD-AB73-96A3-419CA9BE293E}"/>
          </ac:spMkLst>
        </pc:spChg>
      </pc:sldChg>
    </pc:docChg>
  </pc:docChgLst>
  <pc:docChgLst>
    <pc:chgData name="Amoz Pay" userId="S::amoz1.pay@supinfo.com::4d2f8cb2-b070-4ae8-bcd7-1f67ea500ae8" providerId="AD" clId="Web-{64AA404F-EE2C-B1CA-18CF-0FCDEFD80442}"/>
    <pc:docChg chg="addSld delSld modSld sldOrd">
      <pc:chgData name="Amoz Pay" userId="S::amoz1.pay@supinfo.com::4d2f8cb2-b070-4ae8-bcd7-1f67ea500ae8" providerId="AD" clId="Web-{64AA404F-EE2C-B1CA-18CF-0FCDEFD80442}" dt="2026-08-15T10:10:18.967" v="1110" actId="20577"/>
      <pc:docMkLst>
        <pc:docMk/>
      </pc:docMkLst>
      <pc:sldChg chg="modSp">
        <pc:chgData name="Amoz Pay" userId="S::amoz1.pay@supinfo.com::4d2f8cb2-b070-4ae8-bcd7-1f67ea500ae8" providerId="AD" clId="Web-{64AA404F-EE2C-B1CA-18CF-0FCDEFD80442}" dt="2026-08-15T09:33:42.135" v="728" actId="20577"/>
        <pc:sldMkLst>
          <pc:docMk/>
          <pc:sldMk cId="2151903712" sldId="318"/>
        </pc:sldMkLst>
        <pc:spChg chg="mod">
          <ac:chgData name="Amoz Pay" userId="S::amoz1.pay@supinfo.com::4d2f8cb2-b070-4ae8-bcd7-1f67ea500ae8" providerId="AD" clId="Web-{64AA404F-EE2C-B1CA-18CF-0FCDEFD80442}" dt="2026-08-15T09:33:42.135" v="728" actId="20577"/>
          <ac:spMkLst>
            <pc:docMk/>
            <pc:sldMk cId="2151903712" sldId="318"/>
            <ac:spMk id="2" creationId="{E8AC27F9-3142-1F7D-C030-41DF63F4BC31}"/>
          </ac:spMkLst>
        </pc:spChg>
      </pc:sldChg>
      <pc:sldChg chg="modSp">
        <pc:chgData name="Amoz Pay" userId="S::amoz1.pay@supinfo.com::4d2f8cb2-b070-4ae8-bcd7-1f67ea500ae8" providerId="AD" clId="Web-{64AA404F-EE2C-B1CA-18CF-0FCDEFD80442}" dt="2026-08-15T09:33:26.760" v="726" actId="20577"/>
        <pc:sldMkLst>
          <pc:docMk/>
          <pc:sldMk cId="3164150494" sldId="327"/>
        </pc:sldMkLst>
        <pc:spChg chg="mod">
          <ac:chgData name="Amoz Pay" userId="S::amoz1.pay@supinfo.com::4d2f8cb2-b070-4ae8-bcd7-1f67ea500ae8" providerId="AD" clId="Web-{64AA404F-EE2C-B1CA-18CF-0FCDEFD80442}" dt="2026-08-15T09:33:26.760" v="726" actId="20577"/>
          <ac:spMkLst>
            <pc:docMk/>
            <pc:sldMk cId="3164150494" sldId="327"/>
            <ac:spMk id="2" creationId="{A42D53F6-1ECE-798F-B815-8F9BBA4A2184}"/>
          </ac:spMkLst>
        </pc:spChg>
      </pc:sldChg>
      <pc:sldChg chg="modSp">
        <pc:chgData name="Amoz Pay" userId="S::amoz1.pay@supinfo.com::4d2f8cb2-b070-4ae8-bcd7-1f67ea500ae8" providerId="AD" clId="Web-{64AA404F-EE2C-B1CA-18CF-0FCDEFD80442}" dt="2026-08-15T09:33:05.696" v="724" actId="20577"/>
        <pc:sldMkLst>
          <pc:docMk/>
          <pc:sldMk cId="149735445" sldId="333"/>
        </pc:sldMkLst>
        <pc:spChg chg="mod">
          <ac:chgData name="Amoz Pay" userId="S::amoz1.pay@supinfo.com::4d2f8cb2-b070-4ae8-bcd7-1f67ea500ae8" providerId="AD" clId="Web-{64AA404F-EE2C-B1CA-18CF-0FCDEFD80442}" dt="2026-08-15T09:33:05.696" v="724" actId="20577"/>
          <ac:spMkLst>
            <pc:docMk/>
            <pc:sldMk cId="149735445" sldId="333"/>
            <ac:spMk id="2" creationId="{5BC02B86-5DFD-4221-6169-1138FF7DE1FC}"/>
          </ac:spMkLst>
        </pc:spChg>
      </pc:sldChg>
      <pc:sldChg chg="addSp delSp modSp">
        <pc:chgData name="Amoz Pay" userId="S::amoz1.pay@supinfo.com::4d2f8cb2-b070-4ae8-bcd7-1f67ea500ae8" providerId="AD" clId="Web-{64AA404F-EE2C-B1CA-18CF-0FCDEFD80442}" dt="2026-08-15T08:27:02.503" v="90" actId="1076"/>
        <pc:sldMkLst>
          <pc:docMk/>
          <pc:sldMk cId="2697075782" sldId="337"/>
        </pc:sldMkLst>
        <pc:spChg chg="mod">
          <ac:chgData name="Amoz Pay" userId="S::amoz1.pay@supinfo.com::4d2f8cb2-b070-4ae8-bcd7-1f67ea500ae8" providerId="AD" clId="Web-{64AA404F-EE2C-B1CA-18CF-0FCDEFD80442}" dt="2026-08-15T08:25:38.388" v="38" actId="14100"/>
          <ac:spMkLst>
            <pc:docMk/>
            <pc:sldMk cId="2697075782" sldId="337"/>
            <ac:spMk id="2" creationId="{3B3939C2-4EBB-0130-F792-B2151B595C41}"/>
          </ac:spMkLst>
        </pc:spChg>
        <pc:spChg chg="mod">
          <ac:chgData name="Amoz Pay" userId="S::amoz1.pay@supinfo.com::4d2f8cb2-b070-4ae8-bcd7-1f67ea500ae8" providerId="AD" clId="Web-{64AA404F-EE2C-B1CA-18CF-0FCDEFD80442}" dt="2026-08-15T08:24:22.757" v="10" actId="20577"/>
          <ac:spMkLst>
            <pc:docMk/>
            <pc:sldMk cId="2697075782" sldId="337"/>
            <ac:spMk id="4" creationId="{552A1535-9106-146C-174A-55D3D8BDE050}"/>
          </ac:spMkLst>
        </pc:spChg>
        <pc:spChg chg="add mod">
          <ac:chgData name="Amoz Pay" userId="S::amoz1.pay@supinfo.com::4d2f8cb2-b070-4ae8-bcd7-1f67ea500ae8" providerId="AD" clId="Web-{64AA404F-EE2C-B1CA-18CF-0FCDEFD80442}" dt="2026-08-15T08:27:02.503" v="90" actId="1076"/>
          <ac:spMkLst>
            <pc:docMk/>
            <pc:sldMk cId="2697075782" sldId="337"/>
            <ac:spMk id="6" creationId="{F433E0EC-7EEE-8BB5-5289-D0666E81F1CF}"/>
          </ac:spMkLst>
        </pc:spChg>
        <pc:spChg chg="add del">
          <ac:chgData name="Amoz Pay" userId="S::amoz1.pay@supinfo.com::4d2f8cb2-b070-4ae8-bcd7-1f67ea500ae8" providerId="AD" clId="Web-{64AA404F-EE2C-B1CA-18CF-0FCDEFD80442}" dt="2026-08-15T08:25:54.514" v="43"/>
          <ac:spMkLst>
            <pc:docMk/>
            <pc:sldMk cId="2697075782" sldId="337"/>
            <ac:spMk id="7" creationId="{EEBB11D2-2409-DD2E-E1C4-FECE9E6734B9}"/>
          </ac:spMkLst>
        </pc:spChg>
      </pc:sldChg>
      <pc:sldChg chg="delSp modSp add replId">
        <pc:chgData name="Amoz Pay" userId="S::amoz1.pay@supinfo.com::4d2f8cb2-b070-4ae8-bcd7-1f67ea500ae8" providerId="AD" clId="Web-{64AA404F-EE2C-B1CA-18CF-0FCDEFD80442}" dt="2026-08-15T08:29:39.108" v="121" actId="20577"/>
        <pc:sldMkLst>
          <pc:docMk/>
          <pc:sldMk cId="3266883400" sldId="338"/>
        </pc:sldMkLst>
        <pc:spChg chg="mod">
          <ac:chgData name="Amoz Pay" userId="S::amoz1.pay@supinfo.com::4d2f8cb2-b070-4ae8-bcd7-1f67ea500ae8" providerId="AD" clId="Web-{64AA404F-EE2C-B1CA-18CF-0FCDEFD80442}" dt="2026-08-15T08:28:43.729" v="115" actId="20577"/>
          <ac:spMkLst>
            <pc:docMk/>
            <pc:sldMk cId="3266883400" sldId="338"/>
            <ac:spMk id="2" creationId="{0C65BC83-5A62-FCDF-FB66-CEB440507827}"/>
          </ac:spMkLst>
        </pc:spChg>
        <pc:spChg chg="mod">
          <ac:chgData name="Amoz Pay" userId="S::amoz1.pay@supinfo.com::4d2f8cb2-b070-4ae8-bcd7-1f67ea500ae8" providerId="AD" clId="Web-{64AA404F-EE2C-B1CA-18CF-0FCDEFD80442}" dt="2026-08-15T08:29:39.108" v="121" actId="20577"/>
          <ac:spMkLst>
            <pc:docMk/>
            <pc:sldMk cId="3266883400" sldId="338"/>
            <ac:spMk id="4" creationId="{F6762B22-22B3-5690-6DFA-186491F886D4}"/>
          </ac:spMkLst>
        </pc:spChg>
        <pc:spChg chg="del mod">
          <ac:chgData name="Amoz Pay" userId="S::amoz1.pay@supinfo.com::4d2f8cb2-b070-4ae8-bcd7-1f67ea500ae8" providerId="AD" clId="Web-{64AA404F-EE2C-B1CA-18CF-0FCDEFD80442}" dt="2026-08-15T08:28:04.289" v="104"/>
          <ac:spMkLst>
            <pc:docMk/>
            <pc:sldMk cId="3266883400" sldId="338"/>
            <ac:spMk id="6" creationId="{94CC6B52-24BC-70E1-DD8A-790438E9CA1B}"/>
          </ac:spMkLst>
        </pc:spChg>
      </pc:sldChg>
      <pc:sldChg chg="modSp add ord replId">
        <pc:chgData name="Amoz Pay" userId="S::amoz1.pay@supinfo.com::4d2f8cb2-b070-4ae8-bcd7-1f67ea500ae8" providerId="AD" clId="Web-{64AA404F-EE2C-B1CA-18CF-0FCDEFD80442}" dt="2026-08-15T08:32:52.966" v="173" actId="1076"/>
        <pc:sldMkLst>
          <pc:docMk/>
          <pc:sldMk cId="592588809" sldId="339"/>
        </pc:sldMkLst>
        <pc:spChg chg="mod">
          <ac:chgData name="Amoz Pay" userId="S::amoz1.pay@supinfo.com::4d2f8cb2-b070-4ae8-bcd7-1f67ea500ae8" providerId="AD" clId="Web-{64AA404F-EE2C-B1CA-18CF-0FCDEFD80442}" dt="2026-08-15T08:32:47.340" v="172" actId="20577"/>
          <ac:spMkLst>
            <pc:docMk/>
            <pc:sldMk cId="592588809" sldId="339"/>
            <ac:spMk id="2" creationId="{16727223-FE80-6E4B-2AD4-1946A6181024}"/>
          </ac:spMkLst>
        </pc:spChg>
        <pc:spChg chg="mod">
          <ac:chgData name="Amoz Pay" userId="S::amoz1.pay@supinfo.com::4d2f8cb2-b070-4ae8-bcd7-1f67ea500ae8" providerId="AD" clId="Web-{64AA404F-EE2C-B1CA-18CF-0FCDEFD80442}" dt="2026-08-15T08:30:26.393" v="128" actId="20577"/>
          <ac:spMkLst>
            <pc:docMk/>
            <pc:sldMk cId="592588809" sldId="339"/>
            <ac:spMk id="4" creationId="{771F4D69-49FD-B7D4-DCB9-BEC4DDA9A28E}"/>
          </ac:spMkLst>
        </pc:spChg>
        <pc:spChg chg="mod">
          <ac:chgData name="Amoz Pay" userId="S::amoz1.pay@supinfo.com::4d2f8cb2-b070-4ae8-bcd7-1f67ea500ae8" providerId="AD" clId="Web-{64AA404F-EE2C-B1CA-18CF-0FCDEFD80442}" dt="2026-08-15T08:32:52.966" v="173" actId="1076"/>
          <ac:spMkLst>
            <pc:docMk/>
            <pc:sldMk cId="592588809" sldId="339"/>
            <ac:spMk id="6" creationId="{E5EF17B9-800C-95B8-2D89-A629FA5578D9}"/>
          </ac:spMkLst>
        </pc:spChg>
      </pc:sldChg>
      <pc:sldChg chg="add del replId">
        <pc:chgData name="Amoz Pay" userId="S::amoz1.pay@supinfo.com::4d2f8cb2-b070-4ae8-bcd7-1f67ea500ae8" providerId="AD" clId="Web-{64AA404F-EE2C-B1CA-18CF-0FCDEFD80442}" dt="2026-08-15T08:30:12.454" v="123"/>
        <pc:sldMkLst>
          <pc:docMk/>
          <pc:sldMk cId="2148266453" sldId="339"/>
        </pc:sldMkLst>
      </pc:sldChg>
      <pc:sldChg chg="addSp delSp modSp add replId">
        <pc:chgData name="Amoz Pay" userId="S::amoz1.pay@supinfo.com::4d2f8cb2-b070-4ae8-bcd7-1f67ea500ae8" providerId="AD" clId="Web-{64AA404F-EE2C-B1CA-18CF-0FCDEFD80442}" dt="2026-08-15T08:35:22.601" v="207"/>
        <pc:sldMkLst>
          <pc:docMk/>
          <pc:sldMk cId="2142871156" sldId="340"/>
        </pc:sldMkLst>
        <pc:spChg chg="mod">
          <ac:chgData name="Amoz Pay" userId="S::amoz1.pay@supinfo.com::4d2f8cb2-b070-4ae8-bcd7-1f67ea500ae8" providerId="AD" clId="Web-{64AA404F-EE2C-B1CA-18CF-0FCDEFD80442}" dt="2026-08-15T08:34:24.582" v="179" actId="20577"/>
          <ac:spMkLst>
            <pc:docMk/>
            <pc:sldMk cId="2142871156" sldId="340"/>
            <ac:spMk id="2" creationId="{EF8F5BEF-7999-A476-73E2-06FD05FB7B19}"/>
          </ac:spMkLst>
        </pc:spChg>
        <pc:spChg chg="del">
          <ac:chgData name="Amoz Pay" userId="S::amoz1.pay@supinfo.com::4d2f8cb2-b070-4ae8-bcd7-1f67ea500ae8" providerId="AD" clId="Web-{64AA404F-EE2C-B1CA-18CF-0FCDEFD80442}" dt="2026-08-15T08:34:39.598" v="180"/>
          <ac:spMkLst>
            <pc:docMk/>
            <pc:sldMk cId="2142871156" sldId="340"/>
            <ac:spMk id="6" creationId="{5D9204AC-407C-1886-23DF-EB6A95766095}"/>
          </ac:spMkLst>
        </pc:spChg>
        <pc:spChg chg="add mod">
          <ac:chgData name="Amoz Pay" userId="S::amoz1.pay@supinfo.com::4d2f8cb2-b070-4ae8-bcd7-1f67ea500ae8" providerId="AD" clId="Web-{64AA404F-EE2C-B1CA-18CF-0FCDEFD80442}" dt="2026-08-15T08:35:22.601" v="207"/>
          <ac:spMkLst>
            <pc:docMk/>
            <pc:sldMk cId="2142871156" sldId="340"/>
            <ac:spMk id="7" creationId="{DCE1C585-0EF8-08F7-6EF5-EDFB48FD564C}"/>
          </ac:spMkLst>
        </pc:spChg>
        <pc:spChg chg="add mod">
          <ac:chgData name="Amoz Pay" userId="S::amoz1.pay@supinfo.com::4d2f8cb2-b070-4ae8-bcd7-1f67ea500ae8" providerId="AD" clId="Web-{64AA404F-EE2C-B1CA-18CF-0FCDEFD80442}" dt="2026-08-15T08:35:08.507" v="206" actId="20577"/>
          <ac:spMkLst>
            <pc:docMk/>
            <pc:sldMk cId="2142871156" sldId="340"/>
            <ac:spMk id="9" creationId="{2C9A8DDF-897E-2F91-323F-938214F9D86F}"/>
          </ac:spMkLst>
        </pc:spChg>
        <pc:spChg chg="add mod">
          <ac:chgData name="Amoz Pay" userId="S::amoz1.pay@supinfo.com::4d2f8cb2-b070-4ae8-bcd7-1f67ea500ae8" providerId="AD" clId="Web-{64AA404F-EE2C-B1CA-18CF-0FCDEFD80442}" dt="2026-08-15T08:35:03.428" v="202" actId="20577"/>
          <ac:spMkLst>
            <pc:docMk/>
            <pc:sldMk cId="2142871156" sldId="340"/>
            <ac:spMk id="11" creationId="{0C485BF1-0641-F426-2172-7CB3D4CCD464}"/>
          </ac:spMkLst>
        </pc:spChg>
      </pc:sldChg>
      <pc:sldChg chg="addSp delSp modSp add replId">
        <pc:chgData name="Amoz Pay" userId="S::amoz1.pay@supinfo.com::4d2f8cb2-b070-4ae8-bcd7-1f67ea500ae8" providerId="AD" clId="Web-{64AA404F-EE2C-B1CA-18CF-0FCDEFD80442}" dt="2026-08-15T08:52:58.927" v="331" actId="1076"/>
        <pc:sldMkLst>
          <pc:docMk/>
          <pc:sldMk cId="3590025621" sldId="341"/>
        </pc:sldMkLst>
        <pc:spChg chg="mod">
          <ac:chgData name="Amoz Pay" userId="S::amoz1.pay@supinfo.com::4d2f8cb2-b070-4ae8-bcd7-1f67ea500ae8" providerId="AD" clId="Web-{64AA404F-EE2C-B1CA-18CF-0FCDEFD80442}" dt="2026-08-15T08:52:20.924" v="303" actId="20577"/>
          <ac:spMkLst>
            <pc:docMk/>
            <pc:sldMk cId="3590025621" sldId="341"/>
            <ac:spMk id="2" creationId="{E4C06BD2-B022-228C-BB31-CD97591D54E0}"/>
          </ac:spMkLst>
        </pc:spChg>
        <pc:spChg chg="mod">
          <ac:chgData name="Amoz Pay" userId="S::amoz1.pay@supinfo.com::4d2f8cb2-b070-4ae8-bcd7-1f67ea500ae8" providerId="AD" clId="Web-{64AA404F-EE2C-B1CA-18CF-0FCDEFD80442}" dt="2026-08-15T08:40:19.123" v="216" actId="20577"/>
          <ac:spMkLst>
            <pc:docMk/>
            <pc:sldMk cId="3590025621" sldId="341"/>
            <ac:spMk id="4" creationId="{FED8DE49-46AF-42B8-2441-82AF0D17C14B}"/>
          </ac:spMkLst>
        </pc:spChg>
        <pc:spChg chg="add mod">
          <ac:chgData name="Amoz Pay" userId="S::amoz1.pay@supinfo.com::4d2f8cb2-b070-4ae8-bcd7-1f67ea500ae8" providerId="AD" clId="Web-{64AA404F-EE2C-B1CA-18CF-0FCDEFD80442}" dt="2026-08-15T08:52:58.927" v="331" actId="1076"/>
          <ac:spMkLst>
            <pc:docMk/>
            <pc:sldMk cId="3590025621" sldId="341"/>
            <ac:spMk id="6" creationId="{74D723DE-3701-B7C7-CAE1-C84281E96E26}"/>
          </ac:spMkLst>
        </pc:spChg>
        <pc:spChg chg="del">
          <ac:chgData name="Amoz Pay" userId="S::amoz1.pay@supinfo.com::4d2f8cb2-b070-4ae8-bcd7-1f67ea500ae8" providerId="AD" clId="Web-{64AA404F-EE2C-B1CA-18CF-0FCDEFD80442}" dt="2026-08-15T08:40:23.826" v="219"/>
          <ac:spMkLst>
            <pc:docMk/>
            <pc:sldMk cId="3590025621" sldId="341"/>
            <ac:spMk id="7" creationId="{E6E6267A-1215-C511-873D-E9408DCD18B1}"/>
          </ac:spMkLst>
        </pc:spChg>
        <pc:spChg chg="del">
          <ac:chgData name="Amoz Pay" userId="S::amoz1.pay@supinfo.com::4d2f8cb2-b070-4ae8-bcd7-1f67ea500ae8" providerId="AD" clId="Web-{64AA404F-EE2C-B1CA-18CF-0FCDEFD80442}" dt="2026-08-15T08:40:23.826" v="218"/>
          <ac:spMkLst>
            <pc:docMk/>
            <pc:sldMk cId="3590025621" sldId="341"/>
            <ac:spMk id="9" creationId="{A8B79F60-2B31-2C85-3B2E-CF8285AC1376}"/>
          </ac:spMkLst>
        </pc:spChg>
        <pc:spChg chg="del">
          <ac:chgData name="Amoz Pay" userId="S::amoz1.pay@supinfo.com::4d2f8cb2-b070-4ae8-bcd7-1f67ea500ae8" providerId="AD" clId="Web-{64AA404F-EE2C-B1CA-18CF-0FCDEFD80442}" dt="2026-08-15T08:40:23.826" v="217"/>
          <ac:spMkLst>
            <pc:docMk/>
            <pc:sldMk cId="3590025621" sldId="341"/>
            <ac:spMk id="11" creationId="{8601545D-B81F-BC2F-758F-372418C853BC}"/>
          </ac:spMkLst>
        </pc:spChg>
      </pc:sldChg>
      <pc:sldChg chg="modSp add replId">
        <pc:chgData name="Amoz Pay" userId="S::amoz1.pay@supinfo.com::4d2f8cb2-b070-4ae8-bcd7-1f67ea500ae8" providerId="AD" clId="Web-{64AA404F-EE2C-B1CA-18CF-0FCDEFD80442}" dt="2026-08-15T09:32:41.774" v="722" actId="20577"/>
        <pc:sldMkLst>
          <pc:docMk/>
          <pc:sldMk cId="4105956812" sldId="342"/>
        </pc:sldMkLst>
        <pc:spChg chg="mod">
          <ac:chgData name="Amoz Pay" userId="S::amoz1.pay@supinfo.com::4d2f8cb2-b070-4ae8-bcd7-1f67ea500ae8" providerId="AD" clId="Web-{64AA404F-EE2C-B1CA-18CF-0FCDEFD80442}" dt="2026-08-15T09:32:41.774" v="722" actId="20577"/>
          <ac:spMkLst>
            <pc:docMk/>
            <pc:sldMk cId="4105956812" sldId="342"/>
            <ac:spMk id="2" creationId="{5E468B5B-B782-E17E-1490-F3D8066EA50A}"/>
          </ac:spMkLst>
        </pc:spChg>
        <pc:spChg chg="mod">
          <ac:chgData name="Amoz Pay" userId="S::amoz1.pay@supinfo.com::4d2f8cb2-b070-4ae8-bcd7-1f67ea500ae8" providerId="AD" clId="Web-{64AA404F-EE2C-B1CA-18CF-0FCDEFD80442}" dt="2026-08-15T08:53:11.131" v="334" actId="20577"/>
          <ac:spMkLst>
            <pc:docMk/>
            <pc:sldMk cId="4105956812" sldId="342"/>
            <ac:spMk id="4" creationId="{7DD41AC1-382E-6FF4-D9AD-0C25B237559F}"/>
          </ac:spMkLst>
        </pc:spChg>
        <pc:spChg chg="mod">
          <ac:chgData name="Amoz Pay" userId="S::amoz1.pay@supinfo.com::4d2f8cb2-b070-4ae8-bcd7-1f67ea500ae8" providerId="AD" clId="Web-{64AA404F-EE2C-B1CA-18CF-0FCDEFD80442}" dt="2026-08-15T08:54:03.572" v="360" actId="20577"/>
          <ac:spMkLst>
            <pc:docMk/>
            <pc:sldMk cId="4105956812" sldId="342"/>
            <ac:spMk id="6" creationId="{7A492BFC-1C41-351A-82F1-0C35B2D59829}"/>
          </ac:spMkLst>
        </pc:spChg>
      </pc:sldChg>
      <pc:sldChg chg="modSp add ord replId">
        <pc:chgData name="Amoz Pay" userId="S::amoz1.pay@supinfo.com::4d2f8cb2-b070-4ae8-bcd7-1f67ea500ae8" providerId="AD" clId="Web-{64AA404F-EE2C-B1CA-18CF-0FCDEFD80442}" dt="2026-08-15T08:59:05.563" v="368" actId="20577"/>
        <pc:sldMkLst>
          <pc:docMk/>
          <pc:sldMk cId="2336469038" sldId="343"/>
        </pc:sldMkLst>
        <pc:spChg chg="mod">
          <ac:chgData name="Amoz Pay" userId="S::amoz1.pay@supinfo.com::4d2f8cb2-b070-4ae8-bcd7-1f67ea500ae8" providerId="AD" clId="Web-{64AA404F-EE2C-B1CA-18CF-0FCDEFD80442}" dt="2026-08-15T08:59:05.563" v="368" actId="20577"/>
          <ac:spMkLst>
            <pc:docMk/>
            <pc:sldMk cId="2336469038" sldId="343"/>
            <ac:spMk id="2" creationId="{BF10AF58-E5EB-6738-D6AC-9B255B8CE3FC}"/>
          </ac:spMkLst>
        </pc:spChg>
      </pc:sldChg>
      <pc:sldChg chg="modSp add replId">
        <pc:chgData name="Amoz Pay" userId="S::amoz1.pay@supinfo.com::4d2f8cb2-b070-4ae8-bcd7-1f67ea500ae8" providerId="AD" clId="Web-{64AA404F-EE2C-B1CA-18CF-0FCDEFD80442}" dt="2026-08-15T08:59:12.344" v="379" actId="20577"/>
        <pc:sldMkLst>
          <pc:docMk/>
          <pc:sldMk cId="473647264" sldId="344"/>
        </pc:sldMkLst>
        <pc:spChg chg="mod">
          <ac:chgData name="Amoz Pay" userId="S::amoz1.pay@supinfo.com::4d2f8cb2-b070-4ae8-bcd7-1f67ea500ae8" providerId="AD" clId="Web-{64AA404F-EE2C-B1CA-18CF-0FCDEFD80442}" dt="2026-08-15T08:59:12.344" v="379" actId="20577"/>
          <ac:spMkLst>
            <pc:docMk/>
            <pc:sldMk cId="473647264" sldId="344"/>
            <ac:spMk id="2" creationId="{8BE9F07B-8CE7-5C6E-8F50-46E68344A47F}"/>
          </ac:spMkLst>
        </pc:spChg>
      </pc:sldChg>
      <pc:sldChg chg="modSp add ord replId">
        <pc:chgData name="Amoz Pay" userId="S::amoz1.pay@supinfo.com::4d2f8cb2-b070-4ae8-bcd7-1f67ea500ae8" providerId="AD" clId="Web-{64AA404F-EE2C-B1CA-18CF-0FCDEFD80442}" dt="2026-08-15T09:22:01.219" v="496" actId="20577"/>
        <pc:sldMkLst>
          <pc:docMk/>
          <pc:sldMk cId="3772698995" sldId="345"/>
        </pc:sldMkLst>
        <pc:spChg chg="mod">
          <ac:chgData name="Amoz Pay" userId="S::amoz1.pay@supinfo.com::4d2f8cb2-b070-4ae8-bcd7-1f67ea500ae8" providerId="AD" clId="Web-{64AA404F-EE2C-B1CA-18CF-0FCDEFD80442}" dt="2026-08-15T09:22:01.219" v="496" actId="20577"/>
          <ac:spMkLst>
            <pc:docMk/>
            <pc:sldMk cId="3772698995" sldId="345"/>
            <ac:spMk id="2" creationId="{AED862E5-DCE9-31C0-B7EA-A2233B5093A5}"/>
          </ac:spMkLst>
        </pc:spChg>
        <pc:spChg chg="mod">
          <ac:chgData name="Amoz Pay" userId="S::amoz1.pay@supinfo.com::4d2f8cb2-b070-4ae8-bcd7-1f67ea500ae8" providerId="AD" clId="Web-{64AA404F-EE2C-B1CA-18CF-0FCDEFD80442}" dt="2026-08-15T08:59:23.548" v="387" actId="20577"/>
          <ac:spMkLst>
            <pc:docMk/>
            <pc:sldMk cId="3772698995" sldId="345"/>
            <ac:spMk id="3" creationId="{D68C1F10-7B00-F537-83A7-4EE3A32EE90A}"/>
          </ac:spMkLst>
        </pc:spChg>
        <pc:spChg chg="mod">
          <ac:chgData name="Amoz Pay" userId="S::amoz1.pay@supinfo.com::4d2f8cb2-b070-4ae8-bcd7-1f67ea500ae8" providerId="AD" clId="Web-{64AA404F-EE2C-B1CA-18CF-0FCDEFD80442}" dt="2026-08-15T09:18:53.587" v="408" actId="20577"/>
          <ac:spMkLst>
            <pc:docMk/>
            <pc:sldMk cId="3772698995" sldId="345"/>
            <ac:spMk id="4" creationId="{1E7B2604-FAAE-0010-189A-EF9F606B76E8}"/>
          </ac:spMkLst>
        </pc:spChg>
        <pc:spChg chg="mod">
          <ac:chgData name="Amoz Pay" userId="S::amoz1.pay@supinfo.com::4d2f8cb2-b070-4ae8-bcd7-1f67ea500ae8" providerId="AD" clId="Web-{64AA404F-EE2C-B1CA-18CF-0FCDEFD80442}" dt="2026-08-15T09:20:51.669" v="436" actId="1076"/>
          <ac:spMkLst>
            <pc:docMk/>
            <pc:sldMk cId="3772698995" sldId="345"/>
            <ac:spMk id="6" creationId="{980CE15B-284E-FBD0-0B02-E64B74D3F40B}"/>
          </ac:spMkLst>
        </pc:spChg>
      </pc:sldChg>
      <pc:sldChg chg="add del replId">
        <pc:chgData name="Amoz Pay" userId="S::amoz1.pay@supinfo.com::4d2f8cb2-b070-4ae8-bcd7-1f67ea500ae8" providerId="AD" clId="Web-{64AA404F-EE2C-B1CA-18CF-0FCDEFD80442}" dt="2026-08-15T09:22:37.361" v="504"/>
        <pc:sldMkLst>
          <pc:docMk/>
          <pc:sldMk cId="2919091868" sldId="346"/>
        </pc:sldMkLst>
      </pc:sldChg>
      <pc:sldChg chg="modSp add del replId">
        <pc:chgData name="Amoz Pay" userId="S::amoz1.pay@supinfo.com::4d2f8cb2-b070-4ae8-bcd7-1f67ea500ae8" providerId="AD" clId="Web-{64AA404F-EE2C-B1CA-18CF-0FCDEFD80442}" dt="2026-08-15T09:22:38.579" v="505"/>
        <pc:sldMkLst>
          <pc:docMk/>
          <pc:sldMk cId="3338155414" sldId="347"/>
        </pc:sldMkLst>
        <pc:spChg chg="mod">
          <ac:chgData name="Amoz Pay" userId="S::amoz1.pay@supinfo.com::4d2f8cb2-b070-4ae8-bcd7-1f67ea500ae8" providerId="AD" clId="Web-{64AA404F-EE2C-B1CA-18CF-0FCDEFD80442}" dt="2026-08-15T09:22:23.516" v="500" actId="20577"/>
          <ac:spMkLst>
            <pc:docMk/>
            <pc:sldMk cId="3338155414" sldId="347"/>
            <ac:spMk id="2" creationId="{78253C4C-CA13-6812-9F03-12145FC11A3D}"/>
          </ac:spMkLst>
        </pc:spChg>
      </pc:sldChg>
      <pc:sldChg chg="delSp modSp add replId">
        <pc:chgData name="Amoz Pay" userId="S::amoz1.pay@supinfo.com::4d2f8cb2-b070-4ae8-bcd7-1f67ea500ae8" providerId="AD" clId="Web-{64AA404F-EE2C-B1CA-18CF-0FCDEFD80442}" dt="2026-08-15T09:23:55.285" v="542" actId="20577"/>
        <pc:sldMkLst>
          <pc:docMk/>
          <pc:sldMk cId="3443821406" sldId="348"/>
        </pc:sldMkLst>
        <pc:spChg chg="mod">
          <ac:chgData name="Amoz Pay" userId="S::amoz1.pay@supinfo.com::4d2f8cb2-b070-4ae8-bcd7-1f67ea500ae8" providerId="AD" clId="Web-{64AA404F-EE2C-B1CA-18CF-0FCDEFD80442}" dt="2026-08-15T09:23:52.941" v="541" actId="20577"/>
          <ac:spMkLst>
            <pc:docMk/>
            <pc:sldMk cId="3443821406" sldId="348"/>
            <ac:spMk id="2" creationId="{F9970D7C-6B88-A2EF-2718-1059CFA5B41D}"/>
          </ac:spMkLst>
        </pc:spChg>
        <pc:spChg chg="mod">
          <ac:chgData name="Amoz Pay" userId="S::amoz1.pay@supinfo.com::4d2f8cb2-b070-4ae8-bcd7-1f67ea500ae8" providerId="AD" clId="Web-{64AA404F-EE2C-B1CA-18CF-0FCDEFD80442}" dt="2026-08-15T09:23:55.285" v="542" actId="20577"/>
          <ac:spMkLst>
            <pc:docMk/>
            <pc:sldMk cId="3443821406" sldId="348"/>
            <ac:spMk id="4" creationId="{BD33EDE8-0D7C-C6C3-BCC7-BF738454EBBD}"/>
          </ac:spMkLst>
        </pc:spChg>
        <pc:spChg chg="del">
          <ac:chgData name="Amoz Pay" userId="S::amoz1.pay@supinfo.com::4d2f8cb2-b070-4ae8-bcd7-1f67ea500ae8" providerId="AD" clId="Web-{64AA404F-EE2C-B1CA-18CF-0FCDEFD80442}" dt="2026-08-15T09:22:30.063" v="503"/>
          <ac:spMkLst>
            <pc:docMk/>
            <pc:sldMk cId="3443821406" sldId="348"/>
            <ac:spMk id="6" creationId="{31973624-5BB2-6B76-FC5E-61A1F149E627}"/>
          </ac:spMkLst>
        </pc:spChg>
      </pc:sldChg>
      <pc:sldChg chg="addSp delSp modSp add replId">
        <pc:chgData name="Amoz Pay" userId="S::amoz1.pay@supinfo.com::4d2f8cb2-b070-4ae8-bcd7-1f67ea500ae8" providerId="AD" clId="Web-{64AA404F-EE2C-B1CA-18CF-0FCDEFD80442}" dt="2026-08-15T09:34:03.980" v="729" actId="1076"/>
        <pc:sldMkLst>
          <pc:docMk/>
          <pc:sldMk cId="3967115783" sldId="349"/>
        </pc:sldMkLst>
        <pc:spChg chg="mod">
          <ac:chgData name="Amoz Pay" userId="S::amoz1.pay@supinfo.com::4d2f8cb2-b070-4ae8-bcd7-1f67ea500ae8" providerId="AD" clId="Web-{64AA404F-EE2C-B1CA-18CF-0FCDEFD80442}" dt="2026-08-15T09:32:33.789" v="721" actId="20577"/>
          <ac:spMkLst>
            <pc:docMk/>
            <pc:sldMk cId="3967115783" sldId="349"/>
            <ac:spMk id="2" creationId="{F3A1C9EC-3EC5-0D50-1F2D-98BD7ACD4911}"/>
          </ac:spMkLst>
        </pc:spChg>
        <pc:spChg chg="mod">
          <ac:chgData name="Amoz Pay" userId="S::amoz1.pay@supinfo.com::4d2f8cb2-b070-4ae8-bcd7-1f67ea500ae8" providerId="AD" clId="Web-{64AA404F-EE2C-B1CA-18CF-0FCDEFD80442}" dt="2026-08-15T09:25:17.476" v="550" actId="20577"/>
          <ac:spMkLst>
            <pc:docMk/>
            <pc:sldMk cId="3967115783" sldId="349"/>
            <ac:spMk id="4" creationId="{411775FC-38DD-081C-9CB7-9C1969404E7D}"/>
          </ac:spMkLst>
        </pc:spChg>
        <pc:spChg chg="add mod">
          <ac:chgData name="Amoz Pay" userId="S::amoz1.pay@supinfo.com::4d2f8cb2-b070-4ae8-bcd7-1f67ea500ae8" providerId="AD" clId="Web-{64AA404F-EE2C-B1CA-18CF-0FCDEFD80442}" dt="2026-08-15T09:34:03.980" v="729" actId="1076"/>
          <ac:spMkLst>
            <pc:docMk/>
            <pc:sldMk cId="3967115783" sldId="349"/>
            <ac:spMk id="6" creationId="{D4CF2304-6ED9-F222-F2BF-71C22A8B0749}"/>
          </ac:spMkLst>
        </pc:spChg>
        <pc:spChg chg="add del">
          <ac:chgData name="Amoz Pay" userId="S::amoz1.pay@supinfo.com::4d2f8cb2-b070-4ae8-bcd7-1f67ea500ae8" providerId="AD" clId="Web-{64AA404F-EE2C-B1CA-18CF-0FCDEFD80442}" dt="2026-08-15T09:26:13.962" v="559"/>
          <ac:spMkLst>
            <pc:docMk/>
            <pc:sldMk cId="3967115783" sldId="349"/>
            <ac:spMk id="8" creationId="{657478B6-1DA9-516C-5E2F-04E1F58C16BA}"/>
          </ac:spMkLst>
        </pc:spChg>
      </pc:sldChg>
      <pc:sldChg chg="modSp add replId">
        <pc:chgData name="Amoz Pay" userId="S::amoz1.pay@supinfo.com::4d2f8cb2-b070-4ae8-bcd7-1f67ea500ae8" providerId="AD" clId="Web-{64AA404F-EE2C-B1CA-18CF-0FCDEFD80442}" dt="2026-08-15T09:37:17.768" v="808" actId="20577"/>
        <pc:sldMkLst>
          <pc:docMk/>
          <pc:sldMk cId="4036813184" sldId="350"/>
        </pc:sldMkLst>
        <pc:spChg chg="mod">
          <ac:chgData name="Amoz Pay" userId="S::amoz1.pay@supinfo.com::4d2f8cb2-b070-4ae8-bcd7-1f67ea500ae8" providerId="AD" clId="Web-{64AA404F-EE2C-B1CA-18CF-0FCDEFD80442}" dt="2026-08-15T09:37:17.768" v="808" actId="20577"/>
          <ac:spMkLst>
            <pc:docMk/>
            <pc:sldMk cId="4036813184" sldId="350"/>
            <ac:spMk id="2" creationId="{E80B5402-1832-E860-5E4D-A062ECA1ADA1}"/>
          </ac:spMkLst>
        </pc:spChg>
        <pc:spChg chg="mod">
          <ac:chgData name="Amoz Pay" userId="S::amoz1.pay@supinfo.com::4d2f8cb2-b070-4ae8-bcd7-1f67ea500ae8" providerId="AD" clId="Web-{64AA404F-EE2C-B1CA-18CF-0FCDEFD80442}" dt="2026-08-15T09:34:38.059" v="750" actId="20577"/>
          <ac:spMkLst>
            <pc:docMk/>
            <pc:sldMk cId="4036813184" sldId="350"/>
            <ac:spMk id="4" creationId="{5FCCCB1B-A2F7-F4DA-6405-CDD8498E2205}"/>
          </ac:spMkLst>
        </pc:spChg>
      </pc:sldChg>
      <pc:sldChg chg="addSp delSp modSp add replId">
        <pc:chgData name="Amoz Pay" userId="S::amoz1.pay@supinfo.com::4d2f8cb2-b070-4ae8-bcd7-1f67ea500ae8" providerId="AD" clId="Web-{64AA404F-EE2C-B1CA-18CF-0FCDEFD80442}" dt="2026-08-15T09:41:17.293" v="937" actId="1076"/>
        <pc:sldMkLst>
          <pc:docMk/>
          <pc:sldMk cId="29364363" sldId="351"/>
        </pc:sldMkLst>
        <pc:spChg chg="mod">
          <ac:chgData name="Amoz Pay" userId="S::amoz1.pay@supinfo.com::4d2f8cb2-b070-4ae8-bcd7-1f67ea500ae8" providerId="AD" clId="Web-{64AA404F-EE2C-B1CA-18CF-0FCDEFD80442}" dt="2026-08-15T09:39:55.962" v="882" actId="14100"/>
          <ac:spMkLst>
            <pc:docMk/>
            <pc:sldMk cId="29364363" sldId="351"/>
            <ac:spMk id="2" creationId="{2F8C90DE-D837-DE2E-5ED9-991B80B6B812}"/>
          </ac:spMkLst>
        </pc:spChg>
        <pc:spChg chg="mod">
          <ac:chgData name="Amoz Pay" userId="S::amoz1.pay@supinfo.com::4d2f8cb2-b070-4ae8-bcd7-1f67ea500ae8" providerId="AD" clId="Web-{64AA404F-EE2C-B1CA-18CF-0FCDEFD80442}" dt="2026-08-15T09:38:12.473" v="818" actId="20577"/>
          <ac:spMkLst>
            <pc:docMk/>
            <pc:sldMk cId="29364363" sldId="351"/>
            <ac:spMk id="4" creationId="{CF17D3E1-E54E-6546-1442-4634E5006D14}"/>
          </ac:spMkLst>
        </pc:spChg>
        <pc:spChg chg="add mod">
          <ac:chgData name="Amoz Pay" userId="S::amoz1.pay@supinfo.com::4d2f8cb2-b070-4ae8-bcd7-1f67ea500ae8" providerId="AD" clId="Web-{64AA404F-EE2C-B1CA-18CF-0FCDEFD80442}" dt="2026-08-15T09:39:25.023" v="842" actId="1076"/>
          <ac:spMkLst>
            <pc:docMk/>
            <pc:sldMk cId="29364363" sldId="351"/>
            <ac:spMk id="5" creationId="{05453391-CF45-A8E1-F7FA-156861E72737}"/>
          </ac:spMkLst>
        </pc:spChg>
        <pc:spChg chg="del">
          <ac:chgData name="Amoz Pay" userId="S::amoz1.pay@supinfo.com::4d2f8cb2-b070-4ae8-bcd7-1f67ea500ae8" providerId="AD" clId="Web-{64AA404F-EE2C-B1CA-18CF-0FCDEFD80442}" dt="2026-08-15T09:38:52.694" v="830"/>
          <ac:spMkLst>
            <pc:docMk/>
            <pc:sldMk cId="29364363" sldId="351"/>
            <ac:spMk id="6" creationId="{7B79D9F7-310C-D058-D13B-4403A37D8231}"/>
          </ac:spMkLst>
        </pc:spChg>
        <pc:spChg chg="add del mod">
          <ac:chgData name="Amoz Pay" userId="S::amoz1.pay@supinfo.com::4d2f8cb2-b070-4ae8-bcd7-1f67ea500ae8" providerId="AD" clId="Web-{64AA404F-EE2C-B1CA-18CF-0FCDEFD80442}" dt="2026-08-15T09:40:06.774" v="886"/>
          <ac:spMkLst>
            <pc:docMk/>
            <pc:sldMk cId="29364363" sldId="351"/>
            <ac:spMk id="8" creationId="{CABD2446-EC4B-3AE6-5199-A553DB0CF616}"/>
          </ac:spMkLst>
        </pc:spChg>
        <pc:spChg chg="add del">
          <ac:chgData name="Amoz Pay" userId="S::amoz1.pay@supinfo.com::4d2f8cb2-b070-4ae8-bcd7-1f67ea500ae8" providerId="AD" clId="Web-{64AA404F-EE2C-B1CA-18CF-0FCDEFD80442}" dt="2026-08-15T09:40:06.134" v="885"/>
          <ac:spMkLst>
            <pc:docMk/>
            <pc:sldMk cId="29364363" sldId="351"/>
            <ac:spMk id="10" creationId="{4772BE1E-5362-7D88-8E20-8086216452A1}"/>
          </ac:spMkLst>
        </pc:spChg>
        <pc:spChg chg="add mod">
          <ac:chgData name="Amoz Pay" userId="S::amoz1.pay@supinfo.com::4d2f8cb2-b070-4ae8-bcd7-1f67ea500ae8" providerId="AD" clId="Web-{64AA404F-EE2C-B1CA-18CF-0FCDEFD80442}" dt="2026-08-15T09:40:16.915" v="889" actId="20577"/>
          <ac:spMkLst>
            <pc:docMk/>
            <pc:sldMk cId="29364363" sldId="351"/>
            <ac:spMk id="12" creationId="{1859E040-A7CB-686D-579E-7A68E764C20D}"/>
          </ac:spMkLst>
        </pc:spChg>
        <pc:spChg chg="add del">
          <ac:chgData name="Amoz Pay" userId="S::amoz1.pay@supinfo.com::4d2f8cb2-b070-4ae8-bcd7-1f67ea500ae8" providerId="AD" clId="Web-{64AA404F-EE2C-B1CA-18CF-0FCDEFD80442}" dt="2026-08-15T09:40:21.634" v="893"/>
          <ac:spMkLst>
            <pc:docMk/>
            <pc:sldMk cId="29364363" sldId="351"/>
            <ac:spMk id="13" creationId="{9F9ACD0F-4A0E-1723-C6C7-8B1622B80184}"/>
          </ac:spMkLst>
        </pc:spChg>
        <pc:spChg chg="add mod">
          <ac:chgData name="Amoz Pay" userId="S::amoz1.pay@supinfo.com::4d2f8cb2-b070-4ae8-bcd7-1f67ea500ae8" providerId="AD" clId="Web-{64AA404F-EE2C-B1CA-18CF-0FCDEFD80442}" dt="2026-08-15T09:41:13.652" v="936" actId="14100"/>
          <ac:spMkLst>
            <pc:docMk/>
            <pc:sldMk cId="29364363" sldId="351"/>
            <ac:spMk id="15" creationId="{6DE61155-40A3-3C3F-FB45-0BE1A379E639}"/>
          </ac:spMkLst>
        </pc:spChg>
        <pc:spChg chg="add mod">
          <ac:chgData name="Amoz Pay" userId="S::amoz1.pay@supinfo.com::4d2f8cb2-b070-4ae8-bcd7-1f67ea500ae8" providerId="AD" clId="Web-{64AA404F-EE2C-B1CA-18CF-0FCDEFD80442}" dt="2026-08-15T09:41:17.293" v="937" actId="1076"/>
          <ac:spMkLst>
            <pc:docMk/>
            <pc:sldMk cId="29364363" sldId="351"/>
            <ac:spMk id="16" creationId="{C618EFC0-C6E2-DBBE-588B-7BBB77A02F0C}"/>
          </ac:spMkLst>
        </pc:spChg>
      </pc:sldChg>
      <pc:sldChg chg="addSp delSp modSp add replId">
        <pc:chgData name="Amoz Pay" userId="S::amoz1.pay@supinfo.com::4d2f8cb2-b070-4ae8-bcd7-1f67ea500ae8" providerId="AD" clId="Web-{64AA404F-EE2C-B1CA-18CF-0FCDEFD80442}" dt="2026-08-15T10:10:18.967" v="1110" actId="20577"/>
        <pc:sldMkLst>
          <pc:docMk/>
          <pc:sldMk cId="3104467315" sldId="352"/>
        </pc:sldMkLst>
        <pc:spChg chg="mod">
          <ac:chgData name="Amoz Pay" userId="S::amoz1.pay@supinfo.com::4d2f8cb2-b070-4ae8-bcd7-1f67ea500ae8" providerId="AD" clId="Web-{64AA404F-EE2C-B1CA-18CF-0FCDEFD80442}" dt="2026-08-15T10:10:18.967" v="1110" actId="20577"/>
          <ac:spMkLst>
            <pc:docMk/>
            <pc:sldMk cId="3104467315" sldId="352"/>
            <ac:spMk id="2" creationId="{70A670D6-39E5-5190-9A88-C4CA9076BAE9}"/>
          </ac:spMkLst>
        </pc:spChg>
        <pc:spChg chg="mod">
          <ac:chgData name="Amoz Pay" userId="S::amoz1.pay@supinfo.com::4d2f8cb2-b070-4ae8-bcd7-1f67ea500ae8" providerId="AD" clId="Web-{64AA404F-EE2C-B1CA-18CF-0FCDEFD80442}" dt="2026-08-15T10:05:43.816" v="966" actId="20577"/>
          <ac:spMkLst>
            <pc:docMk/>
            <pc:sldMk cId="3104467315" sldId="352"/>
            <ac:spMk id="4" creationId="{25CFAAE2-0D14-D391-E59A-0BD6834C2966}"/>
          </ac:spMkLst>
        </pc:spChg>
        <pc:spChg chg="del">
          <ac:chgData name="Amoz Pay" userId="S::amoz1.pay@supinfo.com::4d2f8cb2-b070-4ae8-bcd7-1f67ea500ae8" providerId="AD" clId="Web-{64AA404F-EE2C-B1CA-18CF-0FCDEFD80442}" dt="2026-08-15T10:05:00.205" v="962"/>
          <ac:spMkLst>
            <pc:docMk/>
            <pc:sldMk cId="3104467315" sldId="352"/>
            <ac:spMk id="5" creationId="{E0C77500-FE2A-0A50-5F4F-CCE0EA05B89F}"/>
          </ac:spMkLst>
        </pc:spChg>
        <pc:spChg chg="add mod">
          <ac:chgData name="Amoz Pay" userId="S::amoz1.pay@supinfo.com::4d2f8cb2-b070-4ae8-bcd7-1f67ea500ae8" providerId="AD" clId="Web-{64AA404F-EE2C-B1CA-18CF-0FCDEFD80442}" dt="2026-08-15T10:08:42.838" v="1073" actId="20577"/>
          <ac:spMkLst>
            <pc:docMk/>
            <pc:sldMk cId="3104467315" sldId="352"/>
            <ac:spMk id="7" creationId="{6ED08E5F-6628-9841-0D2D-7C5DBBB4D751}"/>
          </ac:spMkLst>
        </pc:spChg>
        <pc:spChg chg="add del">
          <ac:chgData name="Amoz Pay" userId="S::amoz1.pay@supinfo.com::4d2f8cb2-b070-4ae8-bcd7-1f67ea500ae8" providerId="AD" clId="Web-{64AA404F-EE2C-B1CA-18CF-0FCDEFD80442}" dt="2026-08-15T10:08:29.963" v="1067"/>
          <ac:spMkLst>
            <pc:docMk/>
            <pc:sldMk cId="3104467315" sldId="352"/>
            <ac:spMk id="8" creationId="{3180321C-DEE2-60CD-AD2C-DB3398A5C803}"/>
          </ac:spMkLst>
        </pc:spChg>
        <pc:spChg chg="add mod">
          <ac:chgData name="Amoz Pay" userId="S::amoz1.pay@supinfo.com::4d2f8cb2-b070-4ae8-bcd7-1f67ea500ae8" providerId="AD" clId="Web-{64AA404F-EE2C-B1CA-18CF-0FCDEFD80442}" dt="2026-08-15T10:09:54.091" v="1095" actId="1076"/>
          <ac:spMkLst>
            <pc:docMk/>
            <pc:sldMk cId="3104467315" sldId="352"/>
            <ac:spMk id="9" creationId="{69AFA22A-2144-1975-7A4B-BD8F08065D1E}"/>
          </ac:spMkLst>
        </pc:spChg>
        <pc:spChg chg="add del">
          <ac:chgData name="Amoz Pay" userId="S::amoz1.pay@supinfo.com::4d2f8cb2-b070-4ae8-bcd7-1f67ea500ae8" providerId="AD" clId="Web-{64AA404F-EE2C-B1CA-18CF-0FCDEFD80442}" dt="2026-08-15T10:08:57.011" v="1079"/>
          <ac:spMkLst>
            <pc:docMk/>
            <pc:sldMk cId="3104467315" sldId="352"/>
            <ac:spMk id="10" creationId="{79020826-D225-7BFF-1CFF-C8546DB208ED}"/>
          </ac:spMkLst>
        </pc:spChg>
        <pc:spChg chg="del">
          <ac:chgData name="Amoz Pay" userId="S::amoz1.pay@supinfo.com::4d2f8cb2-b070-4ae8-bcd7-1f67ea500ae8" providerId="AD" clId="Web-{64AA404F-EE2C-B1CA-18CF-0FCDEFD80442}" dt="2026-08-15T10:04:58.315" v="960"/>
          <ac:spMkLst>
            <pc:docMk/>
            <pc:sldMk cId="3104467315" sldId="352"/>
            <ac:spMk id="12" creationId="{7654910D-84B4-D51A-0F26-7D1D920E12EE}"/>
          </ac:spMkLst>
        </pc:spChg>
        <pc:spChg chg="del">
          <ac:chgData name="Amoz Pay" userId="S::amoz1.pay@supinfo.com::4d2f8cb2-b070-4ae8-bcd7-1f67ea500ae8" providerId="AD" clId="Web-{64AA404F-EE2C-B1CA-18CF-0FCDEFD80442}" dt="2026-08-15T10:05:02.283" v="963"/>
          <ac:spMkLst>
            <pc:docMk/>
            <pc:sldMk cId="3104467315" sldId="352"/>
            <ac:spMk id="15" creationId="{A925CE5C-9462-6893-D68D-D4FD5DB816E2}"/>
          </ac:spMkLst>
        </pc:spChg>
        <pc:spChg chg="del">
          <ac:chgData name="Amoz Pay" userId="S::amoz1.pay@supinfo.com::4d2f8cb2-b070-4ae8-bcd7-1f67ea500ae8" providerId="AD" clId="Web-{64AA404F-EE2C-B1CA-18CF-0FCDEFD80442}" dt="2026-08-15T10:04:59.783" v="961"/>
          <ac:spMkLst>
            <pc:docMk/>
            <pc:sldMk cId="3104467315" sldId="352"/>
            <ac:spMk id="16" creationId="{66475B05-02FF-B941-D1CD-6018C777E06A}"/>
          </ac:spMkLst>
        </pc:spChg>
      </pc:sldChg>
    </pc:docChg>
  </pc:docChgLst>
  <pc:docChgLst>
    <pc:chgData name="Amoz Pay" userId="S::amoz1.pay@supinfo.com::4d2f8cb2-b070-4ae8-bcd7-1f67ea500ae8" providerId="AD" clId="Web-{5B04AAA4-6683-4663-5265-3BE0F0FB9D7E}"/>
    <pc:docChg chg="addSld delSld modSld sldOrd">
      <pc:chgData name="Amoz Pay" userId="S::amoz1.pay@supinfo.com::4d2f8cb2-b070-4ae8-bcd7-1f67ea500ae8" providerId="AD" clId="Web-{5B04AAA4-6683-4663-5265-3BE0F0FB9D7E}" dt="2026-08-03T15:22:23.849" v="35"/>
      <pc:docMkLst>
        <pc:docMk/>
      </pc:docMkLst>
      <pc:sldChg chg="modSp">
        <pc:chgData name="Amoz Pay" userId="S::amoz1.pay@supinfo.com::4d2f8cb2-b070-4ae8-bcd7-1f67ea500ae8" providerId="AD" clId="Web-{5B04AAA4-6683-4663-5265-3BE0F0FB9D7E}" dt="2026-08-03T15:21:49.067" v="4" actId="20577"/>
        <pc:sldMkLst>
          <pc:docMk/>
          <pc:sldMk cId="3619379987" sldId="259"/>
        </pc:sldMkLst>
        <pc:spChg chg="mod">
          <ac:chgData name="Amoz Pay" userId="S::amoz1.pay@supinfo.com::4d2f8cb2-b070-4ae8-bcd7-1f67ea500ae8" providerId="AD" clId="Web-{5B04AAA4-6683-4663-5265-3BE0F0FB9D7E}" dt="2026-08-03T15:21:49.067" v="4" actId="20577"/>
          <ac:spMkLst>
            <pc:docMk/>
            <pc:sldMk cId="3619379987" sldId="259"/>
            <ac:spMk id="2" creationId="{43BC06DC-4D1A-B2CB-5A63-A1C912BA9509}"/>
          </ac:spMkLst>
        </pc:spChg>
      </pc:sldChg>
      <pc:sldChg chg="modSp">
        <pc:chgData name="Amoz Pay" userId="S::amoz1.pay@supinfo.com::4d2f8cb2-b070-4ae8-bcd7-1f67ea500ae8" providerId="AD" clId="Web-{5B04AAA4-6683-4663-5265-3BE0F0FB9D7E}" dt="2026-08-03T15:21:53.676" v="7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5B04AAA4-6683-4663-5265-3BE0F0FB9D7E}" dt="2026-08-03T15:21:53.676" v="7" actId="20577"/>
          <ac:spMkLst>
            <pc:docMk/>
            <pc:sldMk cId="3129097085" sldId="263"/>
            <ac:spMk id="3" creationId="{3C3DD7B0-B0A8-8FDB-52AB-3930D01F1718}"/>
          </ac:spMkLst>
        </pc:spChg>
      </pc:sldChg>
      <pc:sldChg chg="ord">
        <pc:chgData name="Amoz Pay" userId="S::amoz1.pay@supinfo.com::4d2f8cb2-b070-4ae8-bcd7-1f67ea500ae8" providerId="AD" clId="Web-{5B04AAA4-6683-4663-5265-3BE0F0FB9D7E}" dt="2026-08-03T15:22:23.849" v="35"/>
        <pc:sldMkLst>
          <pc:docMk/>
          <pc:sldMk cId="779615978" sldId="2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44D0C-1CB1-E645-87B8-5887239B9ECD}" type="datetimeFigureOut">
              <a:rPr lang="fr-FR" smtClean="0"/>
              <a:t>15/08/2026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9A1237-63C0-2149-90AD-33FFCF7C85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76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ecture title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Lecture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Course Name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C7D63E0-5705-23E4-9223-C7EC73F93C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0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 descr="Menu avec un remplissage uni">
            <a:extLst>
              <a:ext uri="{FF2B5EF4-FFF2-40B4-BE49-F238E27FC236}">
                <a16:creationId xmlns:a16="http://schemas.microsoft.com/office/drawing/2014/main" id="{6A612DC0-9BAA-7241-FF6D-0BB72E89AE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43A07EE0-044C-8744-BB44-5D91F7B730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1850" y="396327"/>
            <a:ext cx="10688150" cy="914400"/>
          </a:xfrm>
        </p:spPr>
        <p:txBody>
          <a:bodyPr>
            <a:normAutofit/>
          </a:bodyPr>
          <a:lstStyle>
            <a:lvl1pPr>
              <a:defRPr lang="fr-FR" sz="3200" i="1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fr-FR" sz="1800" smtClean="0"/>
            </a:lvl2pPr>
            <a:lvl3pPr>
              <a:defRPr lang="fr-FR" sz="1800" smtClean="0"/>
            </a:lvl3pPr>
            <a:lvl4pPr>
              <a:defRPr lang="fr-FR" smtClean="0"/>
            </a:lvl4pPr>
            <a:lvl5pPr>
              <a:defRPr lang="en-US"/>
            </a:lvl5pPr>
          </a:lstStyle>
          <a:p>
            <a:pPr marL="0" lvl="0" algn="ctr">
              <a:spcBef>
                <a:spcPct val="0"/>
              </a:spcBef>
              <a:buNone/>
            </a:pPr>
            <a:r>
              <a:rPr lang="en-US" noProof="0"/>
              <a:t>Summary</a:t>
            </a:r>
          </a:p>
        </p:txBody>
      </p:sp>
      <p:sp>
        <p:nvSpPr>
          <p:cNvPr id="3" name="Espace réservé du texte 18">
            <a:extLst>
              <a:ext uri="{FF2B5EF4-FFF2-40B4-BE49-F238E27FC236}">
                <a16:creationId xmlns:a16="http://schemas.microsoft.com/office/drawing/2014/main" id="{7023B183-7C64-4236-1FC6-B1766351D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4550" y="2559496"/>
            <a:ext cx="10688150" cy="3560504"/>
          </a:xfrm>
        </p:spPr>
        <p:txBody>
          <a:bodyPr>
            <a:normAutofit/>
          </a:bodyPr>
          <a:lstStyle>
            <a:lvl1pPr>
              <a:defRPr lang="fr-FR" sz="36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fr-FR" sz="1800" dirty="0" smtClean="0">
                <a:solidFill>
                  <a:schemeClr val="bg1"/>
                </a:solidFill>
              </a:defRPr>
            </a:lvl2pPr>
            <a:lvl3pPr>
              <a:defRPr lang="fr-FR" sz="1800" dirty="0" smtClean="0">
                <a:solidFill>
                  <a:schemeClr val="bg1"/>
                </a:solidFill>
              </a:defRPr>
            </a:lvl3pPr>
            <a:lvl4pPr>
              <a:defRPr lang="fr-FR" dirty="0" smtClean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marL="742950" lvl="0" indent="-742950">
              <a:spcBef>
                <a:spcPct val="0"/>
              </a:spcBef>
              <a:buAutoNum type="arabicPeriod"/>
            </a:pPr>
            <a:r>
              <a:rPr lang="en-US" noProof="0"/>
              <a:t>Chapter 1</a:t>
            </a:r>
          </a:p>
          <a:p>
            <a:pPr marL="742950" lvl="0" indent="-742950">
              <a:spcBef>
                <a:spcPct val="0"/>
              </a:spcBef>
              <a:buAutoNum type="arabicPeriod"/>
            </a:pPr>
            <a:r>
              <a:rPr lang="en-US" noProof="0"/>
              <a:t>Chapter 2</a:t>
            </a:r>
          </a:p>
        </p:txBody>
      </p:sp>
    </p:spTree>
    <p:extLst>
      <p:ext uri="{BB962C8B-B14F-4D97-AF65-F5344CB8AC3E}">
        <p14:creationId xmlns:p14="http://schemas.microsoft.com/office/powerpoint/2010/main" val="2310446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9">
            <a:extLst>
              <a:ext uri="{FF2B5EF4-FFF2-40B4-BE49-F238E27FC236}">
                <a16:creationId xmlns:a16="http://schemas.microsoft.com/office/drawing/2014/main" id="{D91D57AC-C4F7-1020-1370-E36014B9CA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4550" y="1786740"/>
            <a:ext cx="10515600" cy="2851200"/>
          </a:xfrm>
        </p:spPr>
        <p:txBody>
          <a:bodyPr anchor="b" anchorCtr="0">
            <a:normAutofit lnSpcReduction="10000"/>
          </a:bodyPr>
          <a:lstStyle>
            <a:lvl1pPr marL="0" indent="0">
              <a:buNone/>
              <a:defRPr lang="fr-FR" sz="54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fr-FR" sz="2800" dirty="0" smtClean="0">
                <a:solidFill>
                  <a:schemeClr val="bg1"/>
                </a:solidFill>
              </a:defRPr>
            </a:lvl2pPr>
            <a:lvl3pPr>
              <a:defRPr lang="fr-FR" sz="1800" dirty="0" smtClean="0">
                <a:solidFill>
                  <a:schemeClr val="bg1"/>
                </a:solidFill>
              </a:defRPr>
            </a:lvl3pPr>
            <a:lvl4pPr>
              <a:defRPr lang="fr-FR" dirty="0" smtClean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marL="914400" lvl="0" indent="-914400">
              <a:spcBef>
                <a:spcPct val="0"/>
              </a:spcBef>
              <a:buAutoNum type="arabicPeriod"/>
            </a:pPr>
            <a:r>
              <a:rPr lang="en-US" noProof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123405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6669"/>
            <a:ext cx="10515600" cy="40002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8/15/2026</a:t>
            </a:fld>
            <a:endParaRPr lang="en-US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title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6660FFC0-CE37-D2DA-C64C-88282943FA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texte 14">
            <a:extLst>
              <a:ext uri="{FF2B5EF4-FFF2-40B4-BE49-F238E27FC236}">
                <a16:creationId xmlns:a16="http://schemas.microsoft.com/office/drawing/2014/main" id="{1CBCEF23-0CBA-1770-DAC7-928349B3A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10508974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7" name="Espace réservé du texte 18">
            <a:extLst>
              <a:ext uri="{FF2B5EF4-FFF2-40B4-BE49-F238E27FC236}">
                <a16:creationId xmlns:a16="http://schemas.microsoft.com/office/drawing/2014/main" id="{722D75D0-2F96-A6F3-E7ED-20E4539A02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1044159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697491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6669"/>
            <a:ext cx="5181600" cy="40002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76667"/>
            <a:ext cx="5181600" cy="40002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8/15/2026</a:t>
            </a:fld>
            <a:endParaRPr lang="en-US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A92302A2-2F30-4395-7531-E36188D0A2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Espace réservé du texte 14">
            <a:extLst>
              <a:ext uri="{FF2B5EF4-FFF2-40B4-BE49-F238E27FC236}">
                <a16:creationId xmlns:a16="http://schemas.microsoft.com/office/drawing/2014/main" id="{1CCD0D53-B6A8-F19A-90D8-BB615B0207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10508974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15" name="Espace réservé du texte 18">
            <a:extLst>
              <a:ext uri="{FF2B5EF4-FFF2-40B4-BE49-F238E27FC236}">
                <a16:creationId xmlns:a16="http://schemas.microsoft.com/office/drawing/2014/main" id="{39628C7C-5050-F3BB-3DD1-A7C9629DCA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1044159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41304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-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8/15/2026</a:t>
            </a:fld>
            <a:endParaRPr lang="en-US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BFB9A735-A638-52B7-D68B-A96CEE779E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30ABB380-A5C2-B98F-AC5D-2B66EA3EA7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10508974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14" name="Espace réservé du texte 18">
            <a:extLst>
              <a:ext uri="{FF2B5EF4-FFF2-40B4-BE49-F238E27FC236}">
                <a16:creationId xmlns:a16="http://schemas.microsoft.com/office/drawing/2014/main" id="{DE53F5EF-F998-643E-58EE-4D0B72403D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1044159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58551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8/15/2026</a:t>
            </a:fld>
            <a:endParaRPr lang="en-US" noProof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5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4DADE6D4-7698-3109-FF0C-06AFA9253A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73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- Sid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8/15/2026</a:t>
            </a:fld>
            <a:endParaRPr lang="en-US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E883713E-0541-3F47-5D6E-AABDC80972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ce réservé du texte 14">
            <a:extLst>
              <a:ext uri="{FF2B5EF4-FFF2-40B4-BE49-F238E27FC236}">
                <a16:creationId xmlns:a16="http://schemas.microsoft.com/office/drawing/2014/main" id="{443CAD83-08A3-0CB5-024F-6E35269D4F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3957611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12" name="Espace réservé du texte 18">
            <a:extLst>
              <a:ext uri="{FF2B5EF4-FFF2-40B4-BE49-F238E27FC236}">
                <a16:creationId xmlns:a16="http://schemas.microsoft.com/office/drawing/2014/main" id="{48654FAC-FB51-D6A3-15F4-55E511891C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393223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05011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- 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8/15/2026</a:t>
            </a:fld>
            <a:endParaRPr lang="en-US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EBF717CA-66DC-4F9D-EF66-78234DA00C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CF70D262-D2E9-6E44-0495-7CB03B090F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3957611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14" name="Espace réservé du texte 18">
            <a:extLst>
              <a:ext uri="{FF2B5EF4-FFF2-40B4-BE49-F238E27FC236}">
                <a16:creationId xmlns:a16="http://schemas.microsoft.com/office/drawing/2014/main" id="{7BE82C85-17CC-0E50-E758-016117F16F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393223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02920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questions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E45B96DF-B607-C4E4-32F8-E7B91E0BFE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F0EC84A3-D4F4-6086-F100-0185792716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365126"/>
            <a:ext cx="10515599" cy="579092"/>
          </a:xfrm>
        </p:spPr>
        <p:txBody>
          <a:bodyPr>
            <a:norm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1. Chapter title</a:t>
            </a:r>
          </a:p>
        </p:txBody>
      </p:sp>
    </p:spTree>
    <p:extLst>
      <p:ext uri="{BB962C8B-B14F-4D97-AF65-F5344CB8AC3E}">
        <p14:creationId xmlns:p14="http://schemas.microsoft.com/office/powerpoint/2010/main" val="197051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cture end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 descr="Drapeau de course avec un remplissage uni">
            <a:extLst>
              <a:ext uri="{FF2B5EF4-FFF2-40B4-BE49-F238E27FC236}">
                <a16:creationId xmlns:a16="http://schemas.microsoft.com/office/drawing/2014/main" id="{C39BBF25-8381-335A-6308-3AFEB15FAF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485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15/08/2026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10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66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nsible.com/projects/ansible/latest/collections/ansible/builtin/index.html" TargetMode="Externa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nsible.com/projects/ansible/latest/collections/ansible/builtin/index.html" TargetMode="Externa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BC06DC-4D1A-B2CB-5A63-A1C912BA95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 to Ansible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2F19D57-529B-F55E-AEFA-DE3148EB72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5HASH – Infrastructure as Code (</a:t>
            </a:r>
            <a:r>
              <a:rPr lang="en-US" err="1"/>
              <a:t>IaC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19379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AB1BAA0-5E36-154D-61E1-4BDD524F79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/>
              <a:t>Summary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3DD7B0-B0A8-8FDB-52AB-3930D01F17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742950" indent="-742950">
              <a:buAutoNum type="arabicPeriod"/>
            </a:pPr>
            <a:r>
              <a:rPr lang="en-US"/>
              <a:t>Infrastructure configuration</a:t>
            </a:r>
            <a:endParaRPr lang="en-US">
              <a:ea typeface="Calibri Light"/>
              <a:cs typeface="Calibri Light"/>
            </a:endParaRPr>
          </a:p>
          <a:p>
            <a:pPr marL="742950" indent="-742950">
              <a:buAutoNum type="arabicPeriod"/>
            </a:pPr>
            <a:r>
              <a:rPr lang="en-US">
                <a:ea typeface="Calibri Light"/>
                <a:cs typeface="Calibri Light"/>
              </a:rPr>
              <a:t>How ansible works</a:t>
            </a:r>
          </a:p>
          <a:p>
            <a:pPr marL="742950" indent="-742950">
              <a:buAutoNum type="arabicPeriod"/>
            </a:pPr>
            <a:r>
              <a:rPr lang="en-US">
                <a:ea typeface="Calibri Light"/>
                <a:cs typeface="Calibri Light"/>
              </a:rPr>
              <a:t>Inventory</a:t>
            </a:r>
          </a:p>
          <a:p>
            <a:pPr marL="742950" indent="-742950">
              <a:buAutoNum type="arabicPeriod"/>
            </a:pPr>
            <a:r>
              <a:rPr lang="en-US" sz="3300">
                <a:ea typeface="Calibri Light"/>
                <a:cs typeface="Calibri Light"/>
              </a:rPr>
              <a:t>Playbooks</a:t>
            </a:r>
            <a:endParaRPr lang="en-US" sz="3300">
              <a:solidFill>
                <a:srgbClr val="000000"/>
              </a:solidFill>
              <a:ea typeface="Calibri Light"/>
              <a:cs typeface="Calibri Light"/>
            </a:endParaRPr>
          </a:p>
          <a:p>
            <a:pPr marL="742950" indent="-742950">
              <a:buAutoNum type="arabicPeriod"/>
            </a:pPr>
            <a:r>
              <a:rPr lang="en-US">
                <a:ea typeface="Calibri Light"/>
                <a:cs typeface="Calibri Light"/>
              </a:rPr>
              <a:t>Tasks</a:t>
            </a:r>
          </a:p>
          <a:p>
            <a:pPr marL="742950" indent="-742950">
              <a:buAutoNum type="arabicPeriod"/>
            </a:pPr>
            <a:r>
              <a:rPr lang="en-US">
                <a:ea typeface="Calibri Light"/>
                <a:cs typeface="Calibri Light"/>
              </a:rPr>
              <a:t>Roles</a:t>
            </a:r>
          </a:p>
          <a:p>
            <a:pPr marL="742950" indent="-742950">
              <a:buAutoNum type="arabicPeriod"/>
            </a:pPr>
            <a:r>
              <a:rPr lang="en-US">
                <a:ea typeface="Calibri Light"/>
                <a:cs typeface="Calibri Light"/>
              </a:rPr>
              <a:t>Idempotency</a:t>
            </a:r>
          </a:p>
          <a:p>
            <a:pPr marL="742950" indent="-742950">
              <a:buFont typeface="Arial" panose="020B0604020202020204" pitchFamily="34" charset="0"/>
              <a:buAutoNum type="arabicPeriod"/>
            </a:pPr>
            <a:endParaRPr lang="en-US">
              <a:ea typeface="Calibri Light"/>
              <a:cs typeface="Calibri Light"/>
            </a:endParaRPr>
          </a:p>
          <a:p>
            <a:pPr marL="742950" indent="-742950">
              <a:buFont typeface="Arial" panose="020B0604020202020204" pitchFamily="34" charset="0"/>
              <a:buAutoNum type="arabicPeriod"/>
            </a:pPr>
            <a:endParaRPr lang="en-US">
              <a:ea typeface="Calibri Light"/>
              <a:cs typeface="Calibri Light"/>
            </a:endParaRPr>
          </a:p>
          <a:p>
            <a:pPr marL="742950" indent="-742950">
              <a:buFont typeface="+mj-lt"/>
              <a:buAutoNum type="arabicPeriod"/>
            </a:pPr>
            <a:endParaRPr lang="en-US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129097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B00CD53-20D5-44F6-55E0-0892C820DC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/>
              <a:t>1. Infrastructure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292482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A0455FD-D9B7-3017-0161-59B5DE8ED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Provisioning a virtual machine does </a:t>
            </a:r>
            <a:r>
              <a:rPr lang="en-US" b="1">
                <a:ea typeface="+mn-lt"/>
                <a:cs typeface="+mn-lt"/>
              </a:rPr>
              <a:t>not</a:t>
            </a:r>
            <a:r>
              <a:rPr lang="en-US">
                <a:ea typeface="+mn-lt"/>
                <a:cs typeface="+mn-lt"/>
              </a:rPr>
              <a:t> make it ready for use.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A newly created server still needs to be configured: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Install required software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Create users and permissions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Configure services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Deploy applications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Manage configuration files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Apply security settings </a:t>
            </a:r>
            <a:endParaRPr lang="en-US"/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C6CB8D-8C73-AE5D-88CB-2FB87CB0E5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1. </a:t>
            </a:r>
            <a:r>
              <a:rPr lang="en-US">
                <a:solidFill>
                  <a:srgbClr val="000000"/>
                </a:solidFill>
              </a:rPr>
              <a:t>Infrastructure configuration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5BC9D93-DAC0-B60E-3D3C-8FCB518411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The challenge of infrastructure configuration</a:t>
            </a:r>
          </a:p>
        </p:txBody>
      </p:sp>
      <p:pic>
        <p:nvPicPr>
          <p:cNvPr id="6" name="Picture 5" descr="modèle de logo vectoriel icône serveur 10754395 Art vectoriel chez Vecteezy">
            <a:extLst>
              <a:ext uri="{FF2B5EF4-FFF2-40B4-BE49-F238E27FC236}">
                <a16:creationId xmlns:a16="http://schemas.microsoft.com/office/drawing/2014/main" id="{3CD1A7E8-CD07-522F-CE21-B60116AF6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7041" y="4424959"/>
            <a:ext cx="2283125" cy="204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73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5508F-6EC2-117C-E471-8D1469ADD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42AE1F2-D822-AF82-FAA6-069C6357A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Configuring a single server by hand is the fastest way to get started, but gets painfully slow as the number of server increases.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Adding to that, reproducing the exact same steps on each server is difficult and leads to human errors and configuration drift.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EBBF6F-71B2-E4BC-08C3-3A73EC1DAA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1. Infrastructure configuration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1C1191D-6A8B-A6F2-22AC-9C5189E610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Manual configuration</a:t>
            </a:r>
          </a:p>
        </p:txBody>
      </p:sp>
      <p:pic>
        <p:nvPicPr>
          <p:cNvPr id="6" name="Picture 5" descr="modèle de logo vectoriel icône serveur 10754395 Art vectoriel chez Vecteezy">
            <a:extLst>
              <a:ext uri="{FF2B5EF4-FFF2-40B4-BE49-F238E27FC236}">
                <a16:creationId xmlns:a16="http://schemas.microsoft.com/office/drawing/2014/main" id="{913CDA5D-3C62-18F5-CC02-5CA6263DA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7041" y="4424959"/>
            <a:ext cx="2283125" cy="204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7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02C2F-914C-4D15-935A-F6F8A249F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A37FEF0-4E14-865F-1E79-817C993C1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 common improvement is to automate repetitive tasks using shell scripts. This allows faster execution and reduces the risk of configuration drift.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A88355-FC8F-B079-6C46-A7477471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1. Infrastructure configuration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3884CEB-1096-1764-9943-FFF3150348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Scirpts</a:t>
            </a:r>
          </a:p>
        </p:txBody>
      </p:sp>
      <p:pic>
        <p:nvPicPr>
          <p:cNvPr id="5" name="Picture 4" descr="Bash-Shell-Script Icons - Free SVG &amp; PNG Bash-Shell-Script Images - Noun  Project">
            <a:extLst>
              <a:ext uri="{FF2B5EF4-FFF2-40B4-BE49-F238E27FC236}">
                <a16:creationId xmlns:a16="http://schemas.microsoft.com/office/drawing/2014/main" id="{DD5AEC3D-1017-6B97-10BB-DE4C64E7D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481" y="4273670"/>
            <a:ext cx="1905000" cy="190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2943F5-D778-E968-5893-ECE4B716B3AF}"/>
              </a:ext>
            </a:extLst>
          </p:cNvPr>
          <p:cNvSpPr txBox="1"/>
          <p:nvPr/>
        </p:nvSpPr>
        <p:spPr>
          <a:xfrm>
            <a:off x="833887" y="3874698"/>
            <a:ext cx="6096000" cy="2308324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1">
                <a:solidFill>
                  <a:srgbClr val="F5C2E7"/>
                </a:solidFill>
                <a:latin typeface="Droid Sans Mono"/>
                <a:ea typeface="Droid Sans Mono"/>
                <a:cs typeface="Droid Sans Mono"/>
              </a:rPr>
              <a:t>#!/bin/bash</a:t>
            </a:r>
          </a:p>
          <a:p>
            <a:br>
              <a:rPr lang="en-US" b="0">
                <a:solidFill>
                  <a:srgbClr val="CDD6F4"/>
                </a:solidFill>
                <a:latin typeface="Droid Sans Mono"/>
                <a:ea typeface="Droid Sans Mono"/>
                <a:cs typeface="Droid Sans Mono"/>
              </a:rPr>
            </a:br>
            <a:r>
              <a:rPr lang="en-US" b="0" i="1">
                <a:solidFill>
                  <a:srgbClr val="89B4FA"/>
                </a:solidFill>
                <a:latin typeface="Droid Sans Mono"/>
                <a:ea typeface="Droid Sans Mono"/>
                <a:cs typeface="Droid Sans Mono"/>
              </a:rPr>
              <a:t>apt</a:t>
            </a:r>
            <a:r>
              <a:rPr lang="en-US" b="0">
                <a:solidFill>
                  <a:srgbClr val="CDD6F4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lang="en-US" b="0">
                <a:solidFill>
                  <a:srgbClr val="A6E3A1"/>
                </a:solidFill>
                <a:latin typeface="Droid Sans Mono"/>
                <a:ea typeface="Droid Sans Mono"/>
                <a:cs typeface="Droid Sans Mono"/>
              </a:rPr>
              <a:t>update</a:t>
            </a:r>
          </a:p>
          <a:p>
            <a:r>
              <a:rPr lang="en-US" b="0" i="1">
                <a:solidFill>
                  <a:srgbClr val="89B4FA"/>
                </a:solidFill>
                <a:latin typeface="Droid Sans Mono"/>
                <a:ea typeface="Droid Sans Mono"/>
                <a:cs typeface="Droid Sans Mono"/>
              </a:rPr>
              <a:t>apt</a:t>
            </a:r>
            <a:r>
              <a:rPr lang="en-US" b="0">
                <a:solidFill>
                  <a:srgbClr val="CDD6F4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lang="en-US" b="0">
                <a:solidFill>
                  <a:srgbClr val="A6E3A1"/>
                </a:solidFill>
                <a:latin typeface="Droid Sans Mono"/>
                <a:ea typeface="Droid Sans Mono"/>
                <a:cs typeface="Droid Sans Mono"/>
              </a:rPr>
              <a:t>install</a:t>
            </a:r>
            <a:r>
              <a:rPr lang="en-US" b="0">
                <a:solidFill>
                  <a:srgbClr val="CDD6F4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lang="en-US" b="0">
                <a:solidFill>
                  <a:srgbClr val="A6E3A1"/>
                </a:solidFill>
                <a:latin typeface="Droid Sans Mono"/>
                <a:ea typeface="Droid Sans Mono"/>
                <a:cs typeface="Droid Sans Mono"/>
              </a:rPr>
              <a:t>nginx</a:t>
            </a:r>
            <a:r>
              <a:rPr lang="en-US" b="0">
                <a:solidFill>
                  <a:srgbClr val="CDD6F4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lang="en-US" b="0">
                <a:solidFill>
                  <a:srgbClr val="A6E3A1"/>
                </a:solidFill>
                <a:latin typeface="Droid Sans Mono"/>
                <a:ea typeface="Droid Sans Mono"/>
                <a:cs typeface="Droid Sans Mono"/>
              </a:rPr>
              <a:t>-y</a:t>
            </a:r>
          </a:p>
          <a:p>
            <a:r>
              <a:rPr lang="en-US" b="0" i="1">
                <a:solidFill>
                  <a:srgbClr val="89B4FA"/>
                </a:solidFill>
                <a:latin typeface="Droid Sans Mono"/>
                <a:ea typeface="Droid Sans Mono"/>
                <a:cs typeface="Droid Sans Mono"/>
              </a:rPr>
              <a:t>systemctl</a:t>
            </a:r>
            <a:r>
              <a:rPr lang="en-US" b="0">
                <a:solidFill>
                  <a:srgbClr val="CDD6F4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lang="en-US" b="0">
                <a:solidFill>
                  <a:srgbClr val="A6E3A1"/>
                </a:solidFill>
                <a:latin typeface="Droid Sans Mono"/>
                <a:ea typeface="Droid Sans Mono"/>
                <a:cs typeface="Droid Sans Mono"/>
              </a:rPr>
              <a:t>enable</a:t>
            </a:r>
            <a:r>
              <a:rPr lang="en-US" b="0">
                <a:solidFill>
                  <a:srgbClr val="CDD6F4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lang="en-US" b="0">
                <a:solidFill>
                  <a:srgbClr val="A6E3A1"/>
                </a:solidFill>
                <a:latin typeface="Droid Sans Mono"/>
                <a:ea typeface="Droid Sans Mono"/>
                <a:cs typeface="Droid Sans Mono"/>
              </a:rPr>
              <a:t>nginx</a:t>
            </a:r>
          </a:p>
          <a:p>
            <a:r>
              <a:rPr lang="en-US" b="0" i="1">
                <a:solidFill>
                  <a:srgbClr val="89B4FA"/>
                </a:solidFill>
                <a:latin typeface="Droid Sans Mono"/>
                <a:ea typeface="Droid Sans Mono"/>
                <a:cs typeface="Droid Sans Mono"/>
              </a:rPr>
              <a:t>systemctl</a:t>
            </a:r>
            <a:r>
              <a:rPr lang="en-US" b="0">
                <a:solidFill>
                  <a:srgbClr val="CDD6F4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lang="en-US" b="0">
                <a:solidFill>
                  <a:srgbClr val="A6E3A1"/>
                </a:solidFill>
                <a:latin typeface="Droid Sans Mono"/>
                <a:ea typeface="Droid Sans Mono"/>
                <a:cs typeface="Droid Sans Mono"/>
              </a:rPr>
              <a:t>start</a:t>
            </a:r>
            <a:r>
              <a:rPr lang="en-US" b="0">
                <a:solidFill>
                  <a:srgbClr val="CDD6F4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lang="en-US" b="0">
                <a:solidFill>
                  <a:srgbClr val="A6E3A1"/>
                </a:solidFill>
                <a:latin typeface="Droid Sans Mono"/>
                <a:ea typeface="Droid Sans Mono"/>
                <a:cs typeface="Droid Sans Mono"/>
              </a:rPr>
              <a:t>nginx</a:t>
            </a:r>
          </a:p>
          <a:p>
            <a:endParaRPr lang="en-US" b="0">
              <a:solidFill>
                <a:srgbClr val="CDD6F4"/>
              </a:solidFill>
              <a:latin typeface="Droid Sans Mono"/>
              <a:ea typeface="Droid Sans Mono"/>
              <a:cs typeface="Droid Sans Mono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31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92DC-FEF2-8E8B-6377-561970B41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878733D-1865-427C-100C-59088AC43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Although scripts automate commands, they introduce new challenges.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Difficult error handling, which leads to partial execution, may leave systems inconsistent. Running a script twice can produce unexpected results.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Large scripts are also difficult to read and maintain.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D7A1C77-8878-0596-FF4D-969A28F070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1. Infrastructure configuration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AC7030F-A17C-2EFA-FE9C-07B60D79C4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Scripts</a:t>
            </a:r>
          </a:p>
        </p:txBody>
      </p:sp>
      <p:pic>
        <p:nvPicPr>
          <p:cNvPr id="5" name="Picture 4" descr="Bash-Shell-Script Icons - Free SVG &amp; PNG Bash-Shell-Script Images - Noun  Project">
            <a:extLst>
              <a:ext uri="{FF2B5EF4-FFF2-40B4-BE49-F238E27FC236}">
                <a16:creationId xmlns:a16="http://schemas.microsoft.com/office/drawing/2014/main" id="{6A0CF6C3-11C8-95FC-2B03-E23A83F03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481" y="427367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357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98939-291F-B901-710B-C57AA4910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43A3E99-D2CD-8FE1-98E4-0B0D44F24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Instead of describing </a:t>
            </a:r>
            <a:r>
              <a:rPr lang="en-US" b="1">
                <a:ea typeface="+mn-lt"/>
                <a:cs typeface="+mn-lt"/>
              </a:rPr>
              <a:t>how</a:t>
            </a:r>
            <a:r>
              <a:rPr lang="en-US">
                <a:ea typeface="+mn-lt"/>
                <a:cs typeface="+mn-lt"/>
              </a:rPr>
              <a:t> to configure a machine step by step, configuration management tools describe </a:t>
            </a:r>
            <a:r>
              <a:rPr lang="en-US" b="1">
                <a:ea typeface="+mn-lt"/>
                <a:cs typeface="+mn-lt"/>
              </a:rPr>
              <a:t>what </a:t>
            </a:r>
            <a:r>
              <a:rPr lang="en-US">
                <a:ea typeface="+mn-lt"/>
                <a:cs typeface="+mn-lt"/>
              </a:rPr>
              <a:t>the final state should be.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Instead of saying "Install Nginx", the user would declare "Nginx must be installed and running". The tool then determines whether any action is necessary.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This approach improves </a:t>
            </a:r>
            <a:r>
              <a:rPr lang="en-US" err="1">
                <a:ea typeface="+mn-lt"/>
                <a:cs typeface="+mn-lt"/>
              </a:rPr>
              <a:t>reliabilty</a:t>
            </a:r>
            <a:r>
              <a:rPr lang="en-US">
                <a:ea typeface="+mn-lt"/>
                <a:cs typeface="+mn-lt"/>
              </a:rPr>
              <a:t>, reproducibility, maintainability and scalability.</a:t>
            </a:r>
            <a:endParaRPr lang="en-US"/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7668A1-C370-09F2-8B5E-953B6A174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1. Infrastructure configuration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51ED409-5A5D-808A-4814-EE4E9D700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Managing desired state</a:t>
            </a:r>
          </a:p>
        </p:txBody>
      </p:sp>
    </p:spTree>
    <p:extLst>
      <p:ext uri="{BB962C8B-B14F-4D97-AF65-F5344CB8AC3E}">
        <p14:creationId xmlns:p14="http://schemas.microsoft.com/office/powerpoint/2010/main" val="4076660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BC4EB-7630-A9B5-092A-A1EF5B138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D2EA4D0-4479-BC66-9295-E8E2D950E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Ansible is an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open-source configuration management and automation platform.</a:t>
            </a:r>
            <a:endParaRPr lang="en-US">
              <a:ea typeface="Calibri"/>
              <a:cs typeface="Calibri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It automates infrastructure configuration  using YAML files.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Typical use cases include: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Installing software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Managing users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Configuring services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Deploying applications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Updating configuration files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Executing administrative tasks on many servers simultaneously </a:t>
            </a:r>
            <a:endParaRPr lang="en-US"/>
          </a:p>
          <a:p>
            <a:pPr>
              <a:buNone/>
            </a:pPr>
            <a:endParaRPr lang="en-US">
              <a:ea typeface="+mn-lt"/>
              <a:cs typeface="+mn-lt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7BBF5F-1BEC-A458-43AB-366E1815CF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1. Infrastructure configuration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DAAB043-BDEB-77E8-70FE-7B905AFBB7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err="1"/>
              <a:t>Introducting</a:t>
            </a:r>
            <a:r>
              <a:rPr lang="en-US"/>
              <a:t> Ansible</a:t>
            </a:r>
          </a:p>
        </p:txBody>
      </p:sp>
    </p:spTree>
    <p:extLst>
      <p:ext uri="{BB962C8B-B14F-4D97-AF65-F5344CB8AC3E}">
        <p14:creationId xmlns:p14="http://schemas.microsoft.com/office/powerpoint/2010/main" val="4107010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AD7D0D6-4956-BECC-A810-FCCEF2EDFF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1. Infrastructure configuration</a:t>
            </a:r>
            <a:endParaRPr lang="en-US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779615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82420-F31E-8763-02C3-15BDC01B5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745BAE0-63C8-BEEA-3554-96D985F86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/>
              <a:t>2. How Ansible works</a:t>
            </a:r>
          </a:p>
        </p:txBody>
      </p:sp>
    </p:spTree>
    <p:extLst>
      <p:ext uri="{BB962C8B-B14F-4D97-AF65-F5344CB8AC3E}">
        <p14:creationId xmlns:p14="http://schemas.microsoft.com/office/powerpoint/2010/main" val="1467889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A3519-24CE-A9D4-55C1-983E04429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7E238D5-91FA-3B19-37A4-5CCA0C167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6669"/>
            <a:ext cx="5148107" cy="417614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Unlike many configuration management solutions, Ansible does not continuously run on managed servers.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Instead, a </a:t>
            </a:r>
            <a:r>
              <a:rPr lang="en-US" b="1">
                <a:ea typeface="+mn-lt"/>
                <a:cs typeface="+mn-lt"/>
              </a:rPr>
              <a:t>control node</a:t>
            </a:r>
            <a:r>
              <a:rPr lang="en-US">
                <a:ea typeface="+mn-lt"/>
                <a:cs typeface="+mn-lt"/>
              </a:rPr>
              <a:t> connects to remote machines only when automation is executed.</a:t>
            </a:r>
            <a:endParaRPr lang="en-US"/>
          </a:p>
          <a:p>
            <a:pPr>
              <a:buNone/>
            </a:pPr>
            <a:endParaRPr lang="en-US">
              <a:ea typeface="+mn-lt"/>
              <a:cs typeface="+mn-lt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7FD48E-AFD1-592F-1D1B-437359A3F9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2. How Ansible works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1AF25DF-4A30-4748-A9B3-27944DB5C2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Ansible Architecture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517F5D-51AF-88AD-FA42-48E8A0C24819}"/>
              </a:ext>
            </a:extLst>
          </p:cNvPr>
          <p:cNvSpPr/>
          <p:nvPr/>
        </p:nvSpPr>
        <p:spPr>
          <a:xfrm>
            <a:off x="7008724" y="4429648"/>
            <a:ext cx="1992923" cy="1239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Managed host A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DBE202-AE8A-FE60-C298-1F8E11B0987F}"/>
              </a:ext>
            </a:extLst>
          </p:cNvPr>
          <p:cNvSpPr/>
          <p:nvPr/>
        </p:nvSpPr>
        <p:spPr>
          <a:xfrm>
            <a:off x="9654790" y="4429647"/>
            <a:ext cx="1992923" cy="1239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Managed host B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1C7A59-7566-8361-AD2A-AEB2FF10264E}"/>
              </a:ext>
            </a:extLst>
          </p:cNvPr>
          <p:cNvSpPr/>
          <p:nvPr/>
        </p:nvSpPr>
        <p:spPr>
          <a:xfrm>
            <a:off x="8315009" y="1565868"/>
            <a:ext cx="1992923" cy="1239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Control Node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(Ansible)</a:t>
            </a:r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65BE19-D67F-04B6-8562-3B35C5041DDC}"/>
              </a:ext>
            </a:extLst>
          </p:cNvPr>
          <p:cNvCxnSpPr/>
          <p:nvPr/>
        </p:nvCxnSpPr>
        <p:spPr>
          <a:xfrm>
            <a:off x="10642879" y="3717890"/>
            <a:ext cx="8373" cy="711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E3E015B-AFFD-ED08-681C-C3FE4A3F42F0}"/>
              </a:ext>
            </a:extLst>
          </p:cNvPr>
          <p:cNvCxnSpPr>
            <a:cxnSpLocks/>
          </p:cNvCxnSpPr>
          <p:nvPr/>
        </p:nvCxnSpPr>
        <p:spPr>
          <a:xfrm>
            <a:off x="7996812" y="3717889"/>
            <a:ext cx="8373" cy="711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692975A-D2DC-14C0-B7F7-06AB229FA762}"/>
              </a:ext>
            </a:extLst>
          </p:cNvPr>
          <p:cNvCxnSpPr/>
          <p:nvPr/>
        </p:nvCxnSpPr>
        <p:spPr>
          <a:xfrm>
            <a:off x="7996811" y="3717890"/>
            <a:ext cx="2646065" cy="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99044A-C6C0-0079-550F-8AF104756339}"/>
              </a:ext>
            </a:extLst>
          </p:cNvPr>
          <p:cNvCxnSpPr/>
          <p:nvPr/>
        </p:nvCxnSpPr>
        <p:spPr>
          <a:xfrm>
            <a:off x="9352458" y="2807368"/>
            <a:ext cx="0" cy="90831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DF5E4CD-9218-F5F0-20F9-F35A5445159B}"/>
              </a:ext>
            </a:extLst>
          </p:cNvPr>
          <p:cNvSpPr txBox="1"/>
          <p:nvPr/>
        </p:nvSpPr>
        <p:spPr>
          <a:xfrm>
            <a:off x="9392123" y="3080613"/>
            <a:ext cx="4823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ssh</a:t>
            </a:r>
          </a:p>
        </p:txBody>
      </p:sp>
    </p:spTree>
    <p:extLst>
      <p:ext uri="{BB962C8B-B14F-4D97-AF65-F5344CB8AC3E}">
        <p14:creationId xmlns:p14="http://schemas.microsoft.com/office/powerpoint/2010/main" val="4009087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31772-B4AF-FE63-B2E9-718FA922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09583DD-86C7-9E7F-AB47-55D6B7004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6669"/>
            <a:ext cx="5148107" cy="417614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The </a:t>
            </a:r>
            <a:r>
              <a:rPr lang="en-US" b="1">
                <a:ea typeface="+mn-lt"/>
                <a:cs typeface="+mn-lt"/>
              </a:rPr>
              <a:t>control node</a:t>
            </a:r>
            <a:r>
              <a:rPr lang="en-US">
                <a:ea typeface="+mn-lt"/>
                <a:cs typeface="+mn-lt"/>
              </a:rPr>
              <a:t> is the machine where Ansible is installed. The control node can be: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 developer's workstation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 dedicated administration server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 CI/CD runner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An automation platform such as AWX or Ansible Automation Platform</a:t>
            </a:r>
            <a:endParaRPr lang="en-US"/>
          </a:p>
          <a:p>
            <a:pPr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3222631-E465-9F7B-91DB-43218444E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2. How Ansible works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F947A1-3C32-3C2C-008F-14B710A8BD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The </a:t>
            </a:r>
            <a:r>
              <a:rPr lang="en-US" err="1"/>
              <a:t>contro</a:t>
            </a:r>
            <a:r>
              <a:rPr lang="en-US"/>
              <a:t>l node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97BC3F-E105-A415-1F1E-6801D4704030}"/>
              </a:ext>
            </a:extLst>
          </p:cNvPr>
          <p:cNvSpPr/>
          <p:nvPr/>
        </p:nvSpPr>
        <p:spPr>
          <a:xfrm>
            <a:off x="7008724" y="4429648"/>
            <a:ext cx="1992923" cy="1239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Managed host A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5676A2-7B3D-BA99-1493-A44715BFB172}"/>
              </a:ext>
            </a:extLst>
          </p:cNvPr>
          <p:cNvSpPr/>
          <p:nvPr/>
        </p:nvSpPr>
        <p:spPr>
          <a:xfrm>
            <a:off x="9654790" y="4429647"/>
            <a:ext cx="1992923" cy="1239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Managed host B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07E6EF-107D-1413-FC8A-B31B4FACC7DB}"/>
              </a:ext>
            </a:extLst>
          </p:cNvPr>
          <p:cNvSpPr/>
          <p:nvPr/>
        </p:nvSpPr>
        <p:spPr>
          <a:xfrm>
            <a:off x="8315009" y="1565868"/>
            <a:ext cx="1992923" cy="12392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Control Node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(Ansible)</a:t>
            </a:r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E582AF-3C35-DA12-A71A-8D326B78493B}"/>
              </a:ext>
            </a:extLst>
          </p:cNvPr>
          <p:cNvCxnSpPr/>
          <p:nvPr/>
        </p:nvCxnSpPr>
        <p:spPr>
          <a:xfrm>
            <a:off x="10642879" y="3717890"/>
            <a:ext cx="8373" cy="711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4F41BF-701B-5B22-8814-BAA9B59CC8DF}"/>
              </a:ext>
            </a:extLst>
          </p:cNvPr>
          <p:cNvCxnSpPr>
            <a:cxnSpLocks/>
          </p:cNvCxnSpPr>
          <p:nvPr/>
        </p:nvCxnSpPr>
        <p:spPr>
          <a:xfrm>
            <a:off x="7996812" y="3717889"/>
            <a:ext cx="8373" cy="711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86D304-F4C1-DA25-1093-EFBC5ABCD8BB}"/>
              </a:ext>
            </a:extLst>
          </p:cNvPr>
          <p:cNvCxnSpPr/>
          <p:nvPr/>
        </p:nvCxnSpPr>
        <p:spPr>
          <a:xfrm>
            <a:off x="7996811" y="3717890"/>
            <a:ext cx="2646065" cy="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39C564-F710-1547-FED9-2C626A8A6D53}"/>
              </a:ext>
            </a:extLst>
          </p:cNvPr>
          <p:cNvCxnSpPr/>
          <p:nvPr/>
        </p:nvCxnSpPr>
        <p:spPr>
          <a:xfrm>
            <a:off x="9352458" y="2807368"/>
            <a:ext cx="0" cy="90831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501ACBE-E739-A0D3-7071-DAD1CCEF92B9}"/>
              </a:ext>
            </a:extLst>
          </p:cNvPr>
          <p:cNvSpPr txBox="1"/>
          <p:nvPr/>
        </p:nvSpPr>
        <p:spPr>
          <a:xfrm>
            <a:off x="9392123" y="3080613"/>
            <a:ext cx="4823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ssh</a:t>
            </a:r>
          </a:p>
        </p:txBody>
      </p:sp>
    </p:spTree>
    <p:extLst>
      <p:ext uri="{BB962C8B-B14F-4D97-AF65-F5344CB8AC3E}">
        <p14:creationId xmlns:p14="http://schemas.microsoft.com/office/powerpoint/2010/main" val="2125951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30FBF-2EB6-C420-BDBD-2038661AC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5BD1A4F-EF97-B773-AB19-4219AFE12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6669"/>
            <a:ext cx="5148107" cy="417614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Managed hosts are the systems configured by Ansible.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These may include: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Network equipment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Cloud virtual machines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Containers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Unlike many automation tools, Linux hosts generally require </a:t>
            </a:r>
            <a:r>
              <a:rPr lang="en-US" b="1">
                <a:ea typeface="+mn-lt"/>
                <a:cs typeface="+mn-lt"/>
              </a:rPr>
              <a:t>no permanent Ansible agent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5D9082C-E39B-E397-7B52-AD24FCD44B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2. How Ansible works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C96E271-1F25-DC94-FB09-027CD0890E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The managed hosts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4CDC16-094E-441C-0944-51CCE7E8C3DB}"/>
              </a:ext>
            </a:extLst>
          </p:cNvPr>
          <p:cNvSpPr/>
          <p:nvPr/>
        </p:nvSpPr>
        <p:spPr>
          <a:xfrm>
            <a:off x="7008724" y="4429648"/>
            <a:ext cx="1992923" cy="12392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Managed </a:t>
            </a:r>
            <a:r>
              <a:rPr lang="en-US">
                <a:solidFill>
                  <a:srgbClr val="FFFFFF"/>
                </a:solidFill>
                <a:ea typeface="Calibri"/>
                <a:cs typeface="Calibri"/>
              </a:rPr>
              <a:t>host</a:t>
            </a:r>
            <a:r>
              <a:rPr lang="en-US">
                <a:ea typeface="Calibri"/>
                <a:cs typeface="Calibri"/>
              </a:rPr>
              <a:t> A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2549CB-5B8D-2E04-7144-BADD2C467D0A}"/>
              </a:ext>
            </a:extLst>
          </p:cNvPr>
          <p:cNvSpPr/>
          <p:nvPr/>
        </p:nvSpPr>
        <p:spPr>
          <a:xfrm>
            <a:off x="9654790" y="4429647"/>
            <a:ext cx="1992923" cy="12392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Managed host B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3E6DE5-8292-51E1-FFF9-D83F2FE12D2B}"/>
              </a:ext>
            </a:extLst>
          </p:cNvPr>
          <p:cNvSpPr/>
          <p:nvPr/>
        </p:nvSpPr>
        <p:spPr>
          <a:xfrm>
            <a:off x="8315009" y="1565868"/>
            <a:ext cx="1992923" cy="123929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Control Node</a:t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(Ansible)</a:t>
            </a:r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ABA77B7-6641-FE80-6216-C384740279E3}"/>
              </a:ext>
            </a:extLst>
          </p:cNvPr>
          <p:cNvCxnSpPr/>
          <p:nvPr/>
        </p:nvCxnSpPr>
        <p:spPr>
          <a:xfrm>
            <a:off x="10642879" y="3717890"/>
            <a:ext cx="8373" cy="711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7270E14-8FCF-4FC0-7DFB-10E9D409524C}"/>
              </a:ext>
            </a:extLst>
          </p:cNvPr>
          <p:cNvCxnSpPr>
            <a:cxnSpLocks/>
          </p:cNvCxnSpPr>
          <p:nvPr/>
        </p:nvCxnSpPr>
        <p:spPr>
          <a:xfrm>
            <a:off x="7996812" y="3717889"/>
            <a:ext cx="8373" cy="711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F8EE29-5196-9417-EE64-1340395F985C}"/>
              </a:ext>
            </a:extLst>
          </p:cNvPr>
          <p:cNvCxnSpPr/>
          <p:nvPr/>
        </p:nvCxnSpPr>
        <p:spPr>
          <a:xfrm>
            <a:off x="7996811" y="3717890"/>
            <a:ext cx="2646065" cy="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92CB81-FC5B-93CB-279D-0F5EAA56F753}"/>
              </a:ext>
            </a:extLst>
          </p:cNvPr>
          <p:cNvCxnSpPr/>
          <p:nvPr/>
        </p:nvCxnSpPr>
        <p:spPr>
          <a:xfrm>
            <a:off x="9352458" y="2807368"/>
            <a:ext cx="0" cy="90831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947D622-A392-BBA3-26BB-1E5BC43C9250}"/>
              </a:ext>
            </a:extLst>
          </p:cNvPr>
          <p:cNvSpPr txBox="1"/>
          <p:nvPr/>
        </p:nvSpPr>
        <p:spPr>
          <a:xfrm>
            <a:off x="9392123" y="3080613"/>
            <a:ext cx="4823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ssh</a:t>
            </a:r>
          </a:p>
        </p:txBody>
      </p:sp>
    </p:spTree>
    <p:extLst>
      <p:ext uri="{BB962C8B-B14F-4D97-AF65-F5344CB8AC3E}">
        <p14:creationId xmlns:p14="http://schemas.microsoft.com/office/powerpoint/2010/main" val="2433468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39450-74F9-A821-3EA3-1290B8F31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1D66E5A-9E79-2709-BD61-49762AA8D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6669"/>
            <a:ext cx="10442693" cy="41761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Inventory: The list of hosts to manage. Can be divided into groups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Playbook: List of plays to apply to the inventory</a:t>
            </a:r>
          </a:p>
          <a:p>
            <a:r>
              <a:rPr lang="en-US">
                <a:ea typeface="Calibri"/>
                <a:cs typeface="Calibri"/>
              </a:rPr>
              <a:t>Play: A list of tasks and/or roles to apply to a group of hosts</a:t>
            </a:r>
          </a:p>
          <a:p>
            <a:r>
              <a:rPr lang="en-US">
                <a:ea typeface="Calibri"/>
                <a:cs typeface="Calibri"/>
              </a:rPr>
              <a:t>Role: A reusable list of tasks</a:t>
            </a:r>
          </a:p>
          <a:p>
            <a:r>
              <a:rPr lang="en-US">
                <a:ea typeface="Calibri"/>
                <a:cs typeface="Calibri"/>
              </a:rPr>
              <a:t>Module: Called by every tasks to perform a certain operation on hosts, such as managing packages, copying files, managing users...</a:t>
            </a:r>
          </a:p>
          <a:p>
            <a:endParaRPr lang="en-US">
              <a:ea typeface="Calibri"/>
              <a:cs typeface="Calibri"/>
            </a:endParaRPr>
          </a:p>
          <a:p>
            <a:pPr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41560E-F9C1-2A05-221A-3637DB0BB0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2. How Ansible works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B0EB6C-6C6E-F0C7-CB17-C837E95111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err="1"/>
              <a:t>Terminolo</a:t>
            </a:r>
            <a:r>
              <a:rPr lang="en-US"/>
              <a:t>gy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6520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D0E72-B7AE-A30C-3662-40B63772A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3C96449-AF1A-98BD-7183-D14330DC29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2. How Ansible works</a:t>
            </a:r>
          </a:p>
        </p:txBody>
      </p:sp>
    </p:spTree>
    <p:extLst>
      <p:ext uri="{BB962C8B-B14F-4D97-AF65-F5344CB8AC3E}">
        <p14:creationId xmlns:p14="http://schemas.microsoft.com/office/powerpoint/2010/main" val="184785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77279-A907-6DFF-B483-79C57A43D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E997FAE-58ED-66CA-3860-1384912EAA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/>
              <a:t>3. Inventory</a:t>
            </a:r>
          </a:p>
        </p:txBody>
      </p:sp>
    </p:spTree>
    <p:extLst>
      <p:ext uri="{BB962C8B-B14F-4D97-AF65-F5344CB8AC3E}">
        <p14:creationId xmlns:p14="http://schemas.microsoft.com/office/powerpoint/2010/main" val="3198390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275C8-CFA3-AA57-C5D1-697C48FFF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F24FA50-0160-F1C2-FD6A-D194B8BB4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6669"/>
            <a:ext cx="4688279" cy="39396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An </a:t>
            </a:r>
            <a:r>
              <a:rPr lang="en-US" b="1">
                <a:ea typeface="+mn-lt"/>
                <a:cs typeface="+mn-lt"/>
              </a:rPr>
              <a:t>inventory</a:t>
            </a:r>
            <a:r>
              <a:rPr lang="en-US">
                <a:ea typeface="+mn-lt"/>
                <a:cs typeface="+mn-lt"/>
              </a:rPr>
              <a:t> tells Ansible which machines it can manage. It provides the list of managed hosts, host groups, connection information and host and group variables.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19E0F2-0C5E-84AA-376B-802140C8DE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Inventory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804B66-F83F-F337-527C-82C41864B9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Definition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3E2E5C-A965-A092-5DB6-BA252D837F33}"/>
              </a:ext>
            </a:extLst>
          </p:cNvPr>
          <p:cNvSpPr/>
          <p:nvPr/>
        </p:nvSpPr>
        <p:spPr>
          <a:xfrm>
            <a:off x="6554527" y="2288455"/>
            <a:ext cx="1992923" cy="123929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server01</a:t>
            </a:r>
          </a:p>
          <a:p>
            <a:pPr algn="ctr"/>
            <a:r>
              <a:rPr lang="en-US">
                <a:ea typeface="Calibri"/>
                <a:cs typeface="Calibri"/>
              </a:rPr>
              <a:t>10.0.0.11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173D9B-9D0E-7A1F-1571-6CC3114DEA29}"/>
              </a:ext>
            </a:extLst>
          </p:cNvPr>
          <p:cNvSpPr/>
          <p:nvPr/>
        </p:nvSpPr>
        <p:spPr>
          <a:xfrm>
            <a:off x="9129560" y="2275317"/>
            <a:ext cx="1992923" cy="123929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server02</a:t>
            </a:r>
          </a:p>
          <a:p>
            <a:pPr algn="ctr"/>
            <a:r>
              <a:rPr lang="en-US">
                <a:ea typeface="Calibri"/>
                <a:cs typeface="Calibri"/>
              </a:rPr>
              <a:t>10.0.0.12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F3A577-12B1-797F-3911-979493437A46}"/>
              </a:ext>
            </a:extLst>
          </p:cNvPr>
          <p:cNvSpPr/>
          <p:nvPr/>
        </p:nvSpPr>
        <p:spPr>
          <a:xfrm>
            <a:off x="7842044" y="3851869"/>
            <a:ext cx="1992923" cy="123929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server03</a:t>
            </a:r>
          </a:p>
          <a:p>
            <a:pPr algn="ctr"/>
            <a:r>
              <a:rPr lang="en-US">
                <a:ea typeface="Calibri"/>
                <a:cs typeface="Calibri"/>
              </a:rPr>
              <a:t>10.0.0.13</a:t>
            </a:r>
          </a:p>
        </p:txBody>
      </p:sp>
    </p:spTree>
    <p:extLst>
      <p:ext uri="{BB962C8B-B14F-4D97-AF65-F5344CB8AC3E}">
        <p14:creationId xmlns:p14="http://schemas.microsoft.com/office/powerpoint/2010/main" val="3940283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5F0E5-3B2F-B8B9-D8D3-E02C7B61D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CF51C56-8F7D-4934-EA4A-D49E464BF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6669"/>
            <a:ext cx="4688279" cy="3939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Calibri"/>
                <a:cs typeface="Calibri"/>
              </a:rPr>
              <a:t>The simplest inventory is a text file</a:t>
            </a: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>
                <a:ea typeface="Calibri"/>
                <a:cs typeface="Calibri"/>
              </a:rPr>
              <a:t>Each line defines a host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59ED70-45CF-1DE3-59AC-A8521C8B50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Inventory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5C7C8A7-427B-DD91-7853-40BBC3992B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Example inventory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7999F2-FADA-6417-9449-6E93BC07696F}"/>
              </a:ext>
            </a:extLst>
          </p:cNvPr>
          <p:cNvSpPr txBox="1"/>
          <p:nvPr/>
        </p:nvSpPr>
        <p:spPr>
          <a:xfrm>
            <a:off x="5852577" y="2179905"/>
            <a:ext cx="6096000" cy="907941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CDD6F4"/>
                </a:solidFill>
                <a:ea typeface="Calibri"/>
                <a:cs typeface="Calibri"/>
              </a:rPr>
              <a:t>server01 </a:t>
            </a:r>
            <a:r>
              <a:rPr lang="en-US" sz="1400" err="1">
                <a:solidFill>
                  <a:srgbClr val="89B4FA"/>
                </a:solidFill>
                <a:ea typeface="Calibri"/>
                <a:cs typeface="Calibri"/>
              </a:rPr>
              <a:t>ansible_host</a:t>
            </a:r>
            <a:r>
              <a:rPr lang="en-US" sz="1400">
                <a:solidFill>
                  <a:srgbClr val="94E2D5"/>
                </a:solidFill>
                <a:ea typeface="Calibri"/>
                <a:cs typeface="Calibri"/>
              </a:rPr>
              <a:t>=</a:t>
            </a:r>
            <a:r>
              <a:rPr lang="en-US" sz="1400">
                <a:solidFill>
                  <a:srgbClr val="CDD6F4"/>
                </a:solidFill>
                <a:ea typeface="Calibri"/>
                <a:cs typeface="Calibri"/>
              </a:rPr>
              <a:t>10.0.0.11 </a:t>
            </a:r>
          </a:p>
          <a:p>
            <a:r>
              <a:rPr lang="en-US" sz="1400">
                <a:solidFill>
                  <a:srgbClr val="CDD6F4"/>
                </a:solidFill>
                <a:ea typeface="Calibri"/>
                <a:cs typeface="Calibri"/>
              </a:rPr>
              <a:t>server02 </a:t>
            </a:r>
            <a:r>
              <a:rPr lang="en-US" sz="1400" err="1">
                <a:solidFill>
                  <a:srgbClr val="89B4FA"/>
                </a:solidFill>
                <a:ea typeface="Calibri"/>
                <a:cs typeface="Calibri"/>
              </a:rPr>
              <a:t>ansible_host</a:t>
            </a:r>
            <a:r>
              <a:rPr lang="en-US" sz="1400">
                <a:solidFill>
                  <a:srgbClr val="94E2D5"/>
                </a:solidFill>
                <a:ea typeface="Calibri"/>
                <a:cs typeface="Calibri"/>
              </a:rPr>
              <a:t>=</a:t>
            </a:r>
            <a:r>
              <a:rPr lang="en-US" sz="1400">
                <a:solidFill>
                  <a:srgbClr val="CDD6F4"/>
                </a:solidFill>
                <a:ea typeface="Calibri"/>
                <a:cs typeface="Calibri"/>
              </a:rPr>
              <a:t>10.0.0.12</a:t>
            </a:r>
          </a:p>
          <a:p>
            <a:r>
              <a:rPr lang="en-US" sz="1400">
                <a:solidFill>
                  <a:srgbClr val="CDD6F4"/>
                </a:solidFill>
                <a:ea typeface="Calibri"/>
                <a:cs typeface="Calibri"/>
              </a:rPr>
              <a:t>server03 </a:t>
            </a:r>
            <a:r>
              <a:rPr lang="en-US" sz="1400" err="1">
                <a:solidFill>
                  <a:srgbClr val="89B4FA"/>
                </a:solidFill>
                <a:ea typeface="Calibri"/>
                <a:cs typeface="Calibri"/>
              </a:rPr>
              <a:t>ansible_host</a:t>
            </a:r>
            <a:r>
              <a:rPr lang="en-US" sz="1400">
                <a:solidFill>
                  <a:srgbClr val="94E2D5"/>
                </a:solidFill>
                <a:ea typeface="Calibri"/>
                <a:cs typeface="Calibri"/>
              </a:rPr>
              <a:t>=</a:t>
            </a:r>
            <a:r>
              <a:rPr lang="en-US" sz="1400">
                <a:solidFill>
                  <a:srgbClr val="CDD6F4"/>
                </a:solidFill>
                <a:ea typeface="Calibri"/>
                <a:cs typeface="Calibri"/>
              </a:rPr>
              <a:t>10.0.0.13</a:t>
            </a:r>
          </a:p>
          <a:p>
            <a:endParaRPr lang="en-US" sz="1100">
              <a:solidFill>
                <a:srgbClr val="CDD6F4"/>
              </a:solidFill>
              <a:latin typeface="Calibri" panose="020F0502020204030204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6027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5C27C-B8D3-E892-461F-13EC360EE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B0383B6-2752-B275-E3F2-8E4DE166D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4688279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Each host can provide variables for </a:t>
            </a:r>
            <a:r>
              <a:rPr lang="en-US" dirty="0" err="1">
                <a:ea typeface="Calibri"/>
                <a:cs typeface="Calibri"/>
              </a:rPr>
              <a:t>conenction</a:t>
            </a:r>
            <a:r>
              <a:rPr lang="en-US" dirty="0">
                <a:ea typeface="Calibri"/>
                <a:cs typeface="Calibri"/>
              </a:rPr>
              <a:t> details or infrastructure </a:t>
            </a:r>
            <a:r>
              <a:rPr lang="en-US" dirty="0" err="1">
                <a:ea typeface="Calibri"/>
                <a:cs typeface="Calibri"/>
              </a:rPr>
              <a:t>configuation</a:t>
            </a:r>
            <a:r>
              <a:rPr lang="en-US" dirty="0">
                <a:ea typeface="Calibri"/>
                <a:cs typeface="Calibri"/>
              </a:rPr>
              <a:t>.</a:t>
            </a: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Common connection variables include </a:t>
            </a:r>
            <a:r>
              <a:rPr lang="en-US" dirty="0" err="1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ansible_host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latin typeface="Consolas"/>
                <a:ea typeface="Calibri"/>
                <a:cs typeface="Calibri"/>
              </a:rPr>
              <a:t>ansible_user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latin typeface="Consolas"/>
                <a:ea typeface="Calibri"/>
                <a:cs typeface="Calibri"/>
              </a:rPr>
              <a:t>ansible_port</a:t>
            </a:r>
            <a:r>
              <a:rPr lang="en-US" dirty="0">
                <a:ea typeface="Calibri"/>
                <a:cs typeface="Calibri"/>
              </a:rPr>
              <a:t> and </a:t>
            </a:r>
            <a:r>
              <a:rPr lang="en-US" dirty="0" err="1">
                <a:latin typeface="Consolas"/>
                <a:ea typeface="Calibri"/>
                <a:cs typeface="Calibri"/>
              </a:rPr>
              <a:t>ansible_ssh_private_key_file</a:t>
            </a:r>
            <a:endParaRPr lang="en-US">
              <a:latin typeface="Consolas"/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488C84-8E32-1E3C-F0F9-090665C8B0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Inventory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99A3C82-9E8D-F85D-805E-FE03812475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Example inventory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8C653C-FCD8-207B-2241-33D742EF3F49}"/>
              </a:ext>
            </a:extLst>
          </p:cNvPr>
          <p:cNvSpPr txBox="1"/>
          <p:nvPr/>
        </p:nvSpPr>
        <p:spPr>
          <a:xfrm>
            <a:off x="5852577" y="2179905"/>
            <a:ext cx="6096000" cy="954107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CDD6F4"/>
                </a:solidFill>
                <a:ea typeface="+mn-lt"/>
                <a:cs typeface="+mn-lt"/>
              </a:rPr>
              <a:t>server01 </a:t>
            </a:r>
            <a:r>
              <a:rPr lang="en-US" sz="1400" err="1">
                <a:solidFill>
                  <a:srgbClr val="89B4FA"/>
                </a:solidFill>
                <a:ea typeface="+mn-lt"/>
                <a:cs typeface="+mn-lt"/>
              </a:rPr>
              <a:t>ansible_host</a:t>
            </a:r>
            <a:r>
              <a:rPr lang="en-US" sz="1400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 sz="1400">
                <a:solidFill>
                  <a:srgbClr val="CDD6F4"/>
                </a:solidFill>
                <a:ea typeface="+mn-lt"/>
                <a:cs typeface="+mn-lt"/>
              </a:rPr>
              <a:t>10.0.0.11 </a:t>
            </a:r>
            <a:r>
              <a:rPr lang="en-US" sz="1400" err="1">
                <a:solidFill>
                  <a:srgbClr val="89B4FA"/>
                </a:solidFill>
                <a:ea typeface="+mn-lt"/>
                <a:cs typeface="+mn-lt"/>
              </a:rPr>
              <a:t>ansible_user</a:t>
            </a:r>
            <a:r>
              <a:rPr lang="en-US" sz="1400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 sz="1400" err="1">
                <a:solidFill>
                  <a:srgbClr val="CDD6F4"/>
                </a:solidFill>
                <a:ea typeface="+mn-lt"/>
                <a:cs typeface="+mn-lt"/>
              </a:rPr>
              <a:t>debian</a:t>
            </a:r>
            <a:r>
              <a:rPr lang="en-US" sz="140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89B4FA"/>
                </a:solidFill>
                <a:ea typeface="+mn-lt"/>
                <a:cs typeface="+mn-lt"/>
              </a:rPr>
              <a:t>ansible_port</a:t>
            </a:r>
            <a:r>
              <a:rPr lang="en-US" sz="1400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 sz="1400">
                <a:solidFill>
                  <a:srgbClr val="CDD6F4"/>
                </a:solidFill>
                <a:ea typeface="+mn-lt"/>
                <a:cs typeface="+mn-lt"/>
              </a:rPr>
              <a:t>22 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>
                <a:solidFill>
                  <a:srgbClr val="CDD6F4"/>
                </a:solidFill>
                <a:ea typeface="+mn-lt"/>
                <a:cs typeface="+mn-lt"/>
              </a:rPr>
              <a:t>server02 </a:t>
            </a:r>
            <a:r>
              <a:rPr lang="en-US" sz="1400" err="1">
                <a:solidFill>
                  <a:srgbClr val="89B4FA"/>
                </a:solidFill>
                <a:ea typeface="+mn-lt"/>
                <a:cs typeface="+mn-lt"/>
              </a:rPr>
              <a:t>ansible_host</a:t>
            </a:r>
            <a:r>
              <a:rPr lang="en-US" sz="1400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 sz="1400">
                <a:solidFill>
                  <a:srgbClr val="CDD6F4"/>
                </a:solidFill>
                <a:ea typeface="+mn-lt"/>
                <a:cs typeface="+mn-lt"/>
              </a:rPr>
              <a:t>10.0.0.12 </a:t>
            </a:r>
            <a:r>
              <a:rPr lang="en-US" sz="1400" err="1">
                <a:solidFill>
                  <a:srgbClr val="89B4FA"/>
                </a:solidFill>
                <a:ea typeface="+mn-lt"/>
                <a:cs typeface="+mn-lt"/>
              </a:rPr>
              <a:t>ansible_user</a:t>
            </a:r>
            <a:r>
              <a:rPr lang="en-US" sz="1400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 sz="1400" err="1">
                <a:solidFill>
                  <a:srgbClr val="CDD6F4"/>
                </a:solidFill>
                <a:ea typeface="+mn-lt"/>
                <a:cs typeface="+mn-lt"/>
              </a:rPr>
              <a:t>debian</a:t>
            </a:r>
            <a:r>
              <a:rPr lang="en-US" sz="1400">
                <a:solidFill>
                  <a:srgbClr val="CDD6F4"/>
                </a:solidFill>
                <a:ea typeface="+mn-lt"/>
                <a:cs typeface="+mn-lt"/>
              </a:rPr>
              <a:t>  </a:t>
            </a:r>
            <a:r>
              <a:rPr lang="en-US" sz="1400" err="1">
                <a:solidFill>
                  <a:srgbClr val="89B4FA"/>
                </a:solidFill>
                <a:ea typeface="+mn-lt"/>
                <a:cs typeface="+mn-lt"/>
              </a:rPr>
              <a:t>ansible_port</a:t>
            </a:r>
            <a:r>
              <a:rPr lang="en-US" sz="1400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 sz="1400">
                <a:solidFill>
                  <a:srgbClr val="CDD6F4"/>
                </a:solidFill>
                <a:ea typeface="+mn-lt"/>
                <a:cs typeface="+mn-lt"/>
              </a:rPr>
              <a:t>22 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r>
              <a:rPr lang="en-US" sz="1400">
                <a:solidFill>
                  <a:srgbClr val="CDD6F4"/>
                </a:solidFill>
                <a:ea typeface="+mn-lt"/>
                <a:cs typeface="+mn-lt"/>
              </a:rPr>
              <a:t>server03 </a:t>
            </a:r>
            <a:r>
              <a:rPr lang="en-US" sz="1400" err="1">
                <a:solidFill>
                  <a:srgbClr val="89B4FA"/>
                </a:solidFill>
                <a:ea typeface="+mn-lt"/>
                <a:cs typeface="+mn-lt"/>
              </a:rPr>
              <a:t>ansible_host</a:t>
            </a:r>
            <a:r>
              <a:rPr lang="en-US" sz="1400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 sz="1400">
                <a:solidFill>
                  <a:srgbClr val="CDD6F4"/>
                </a:solidFill>
                <a:ea typeface="+mn-lt"/>
                <a:cs typeface="+mn-lt"/>
              </a:rPr>
              <a:t>10.0.0.13 </a:t>
            </a:r>
            <a:r>
              <a:rPr lang="en-US" sz="1400" err="1">
                <a:solidFill>
                  <a:srgbClr val="89B4FA"/>
                </a:solidFill>
                <a:ea typeface="+mn-lt"/>
                <a:cs typeface="+mn-lt"/>
              </a:rPr>
              <a:t>ansible_user</a:t>
            </a:r>
            <a:r>
              <a:rPr lang="en-US" sz="1400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 sz="1400" err="1">
                <a:solidFill>
                  <a:srgbClr val="CDD6F4"/>
                </a:solidFill>
                <a:ea typeface="+mn-lt"/>
                <a:cs typeface="+mn-lt"/>
              </a:rPr>
              <a:t>debian</a:t>
            </a:r>
            <a:r>
              <a:rPr lang="en-US" sz="1400">
                <a:solidFill>
                  <a:srgbClr val="CDD6F4"/>
                </a:solidFill>
                <a:ea typeface="+mn-lt"/>
                <a:cs typeface="+mn-lt"/>
              </a:rPr>
              <a:t>  </a:t>
            </a:r>
            <a:r>
              <a:rPr lang="en-US" sz="1400" err="1">
                <a:solidFill>
                  <a:srgbClr val="89B4FA"/>
                </a:solidFill>
                <a:ea typeface="+mn-lt"/>
                <a:cs typeface="+mn-lt"/>
              </a:rPr>
              <a:t>ansible_port</a:t>
            </a:r>
            <a:r>
              <a:rPr lang="en-US" sz="1400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 sz="1400">
                <a:solidFill>
                  <a:srgbClr val="CDD6F4"/>
                </a:solidFill>
                <a:ea typeface="+mn-lt"/>
                <a:cs typeface="+mn-lt"/>
              </a:rPr>
              <a:t>22 </a:t>
            </a:r>
          </a:p>
          <a:p>
            <a:endParaRPr lang="en-US" sz="1400">
              <a:solidFill>
                <a:srgbClr val="CDD6F4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610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620C-03B3-748C-A826-FB81DF4C3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2C3271F-70E5-6757-3B8E-FD1439F1D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4688279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Calibri"/>
                <a:cs typeface="Calibri"/>
              </a:rPr>
              <a:t>Hosts can be organized into groups</a:t>
            </a:r>
            <a:endParaRPr lang="en-US">
              <a:highlight>
                <a:srgbClr val="C0C0C0"/>
              </a:highlight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C3DEFF-8737-D3DF-B910-B841CB040B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Inventory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55E639-12FB-14B6-7AD0-773D7F176D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Example inventory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ED5282-294D-1FA7-9ED3-BDBF43ADEB44}"/>
              </a:ext>
            </a:extLst>
          </p:cNvPr>
          <p:cNvSpPr txBox="1"/>
          <p:nvPr/>
        </p:nvSpPr>
        <p:spPr>
          <a:xfrm>
            <a:off x="5824868" y="1556450"/>
            <a:ext cx="6096000" cy="2308324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srgbClr val="9399B2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[</a:t>
            </a:r>
            <a:r>
              <a:rPr lang="en-US">
                <a:solidFill>
                  <a:srgbClr val="F9E2AF"/>
                </a:solidFill>
                <a:ea typeface="+mn-lt"/>
                <a:cs typeface="+mn-lt"/>
              </a:rPr>
              <a:t>webservers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]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server01 </a:t>
            </a:r>
            <a:r>
              <a:rPr lang="en-US" err="1">
                <a:solidFill>
                  <a:srgbClr val="89B4FA"/>
                </a:solidFill>
                <a:ea typeface="+mn-lt"/>
                <a:cs typeface="+mn-lt"/>
              </a:rPr>
              <a:t>ansible_host</a:t>
            </a:r>
            <a:r>
              <a:rPr lang="en-US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10.0.0.11</a:t>
            </a:r>
          </a:p>
          <a:p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server02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ansible_host</a:t>
            </a:r>
            <a:r>
              <a:rPr lang="en-US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10.0.0.12</a:t>
            </a:r>
            <a:br>
              <a:rPr lang="en-US"/>
            </a:b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[</a:t>
            </a:r>
            <a:r>
              <a:rPr lang="en-US">
                <a:solidFill>
                  <a:srgbClr val="F9E2AF"/>
                </a:solidFill>
                <a:ea typeface="+mn-lt"/>
                <a:cs typeface="+mn-lt"/>
              </a:rPr>
              <a:t>databases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]</a:t>
            </a:r>
          </a:p>
          <a:p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server03 </a:t>
            </a:r>
            <a:r>
              <a:rPr lang="en-US" err="1">
                <a:solidFill>
                  <a:srgbClr val="89B4FA"/>
                </a:solidFill>
                <a:ea typeface="+mn-lt"/>
                <a:cs typeface="+mn-lt"/>
              </a:rPr>
              <a:t>ansible_host</a:t>
            </a:r>
            <a:r>
              <a:rPr lang="en-US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10.0.0.13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65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A527E-031F-FF32-DE87-9E0055787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CF02886-2B6E-7627-521D-CEC47E641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4688279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Calibri"/>
                <a:cs typeface="Calibri"/>
              </a:rPr>
              <a:t>Variables can be defined for entire groups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7D630B-BBEA-FF9C-36A9-03B69DAA2B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Inventory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94C5D7-ABD2-92FE-8D85-B5F2144ACD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Example inventory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9145D8-368E-1090-E8CD-7ECA1769B4A3}"/>
              </a:ext>
            </a:extLst>
          </p:cNvPr>
          <p:cNvSpPr txBox="1"/>
          <p:nvPr/>
        </p:nvSpPr>
        <p:spPr>
          <a:xfrm>
            <a:off x="5824868" y="1556450"/>
            <a:ext cx="6096000" cy="3416320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[</a:t>
            </a:r>
            <a:r>
              <a:rPr lang="en-US">
                <a:solidFill>
                  <a:srgbClr val="F9E2AF"/>
                </a:solidFill>
                <a:ea typeface="+mn-lt"/>
                <a:cs typeface="+mn-lt"/>
              </a:rPr>
              <a:t>webservers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]</a:t>
            </a:r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 </a:t>
            </a:r>
            <a:endParaRPr lang="en-US"/>
          </a:p>
          <a:p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server01 </a:t>
            </a:r>
            <a:r>
              <a:rPr lang="en-US" err="1">
                <a:solidFill>
                  <a:srgbClr val="89B4FA"/>
                </a:solidFill>
                <a:ea typeface="+mn-lt"/>
                <a:cs typeface="+mn-lt"/>
              </a:rPr>
              <a:t>ansible_host</a:t>
            </a:r>
            <a:r>
              <a:rPr lang="en-US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10.0.0.11 </a:t>
            </a:r>
            <a:endParaRPr lang="en-US"/>
          </a:p>
          <a:p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server02 </a:t>
            </a:r>
            <a:r>
              <a:rPr lang="en-US" err="1">
                <a:solidFill>
                  <a:srgbClr val="89B4FA"/>
                </a:solidFill>
                <a:ea typeface="+mn-lt"/>
                <a:cs typeface="+mn-lt"/>
              </a:rPr>
              <a:t>ansible_host</a:t>
            </a:r>
            <a:r>
              <a:rPr lang="en-US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10.0.0.12 </a:t>
            </a:r>
            <a:endParaRPr lang="en-US"/>
          </a:p>
          <a:p>
            <a:endParaRPr lang="en-US"/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[</a:t>
            </a:r>
            <a:r>
              <a:rPr lang="en-US">
                <a:solidFill>
                  <a:srgbClr val="F9E2AF"/>
                </a:solidFill>
                <a:ea typeface="+mn-lt"/>
                <a:cs typeface="+mn-lt"/>
              </a:rPr>
              <a:t>databases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]</a:t>
            </a:r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 </a:t>
            </a:r>
            <a:endParaRPr lang="en-US"/>
          </a:p>
          <a:p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server03 </a:t>
            </a:r>
            <a:r>
              <a:rPr lang="en-US" err="1">
                <a:solidFill>
                  <a:srgbClr val="89B4FA"/>
                </a:solidFill>
                <a:ea typeface="+mn-lt"/>
                <a:cs typeface="+mn-lt"/>
              </a:rPr>
              <a:t>ansible_host</a:t>
            </a:r>
            <a:r>
              <a:rPr lang="en-US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10.0.0.13 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[</a:t>
            </a:r>
            <a:r>
              <a:rPr lang="en-US" err="1">
                <a:solidFill>
                  <a:srgbClr val="F9E2AF"/>
                </a:solidFill>
                <a:ea typeface="+mn-lt"/>
                <a:cs typeface="+mn-lt"/>
              </a:rPr>
              <a:t>webservers:vars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]</a:t>
            </a:r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 </a:t>
            </a:r>
            <a:endParaRPr lang="en-US"/>
          </a:p>
          <a:p>
            <a:r>
              <a:rPr lang="en-US" err="1">
                <a:solidFill>
                  <a:srgbClr val="89B4FA"/>
                </a:solidFill>
                <a:ea typeface="+mn-lt"/>
                <a:cs typeface="+mn-lt"/>
              </a:rPr>
              <a:t>ansible_port</a:t>
            </a:r>
            <a:r>
              <a:rPr lang="en-US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22 </a:t>
            </a:r>
            <a:endParaRPr lang="en-US"/>
          </a:p>
          <a:p>
            <a:r>
              <a:rPr lang="en-US" err="1">
                <a:solidFill>
                  <a:srgbClr val="89B4FA"/>
                </a:solidFill>
                <a:ea typeface="+mn-lt"/>
                <a:cs typeface="+mn-lt"/>
              </a:rPr>
              <a:t>ansible_ssh_private_key_file</a:t>
            </a:r>
            <a:r>
              <a:rPr lang="en-US">
                <a:solidFill>
                  <a:srgbClr val="94E2D5"/>
                </a:solidFill>
                <a:ea typeface="+mn-lt"/>
                <a:cs typeface="+mn-lt"/>
              </a:rPr>
              <a:t>=</a:t>
            </a:r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~/.ssh/id_ed25519 </a:t>
            </a:r>
          </a:p>
          <a:p>
            <a:endParaRPr lang="en-US">
              <a:solidFill>
                <a:srgbClr val="CDD6F4"/>
              </a:solidFill>
              <a:highlight>
                <a:srgbClr val="1E1E2E"/>
              </a:highlight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54109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282F2-1760-FC7A-A693-88E65ED52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8AC27F9-3142-1F7D-C030-41DF63F4B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4688279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The inventory file is </a:t>
            </a:r>
            <a:r>
              <a:rPr lang="en-US">
                <a:ea typeface="Calibri"/>
                <a:cs typeface="Calibri"/>
              </a:rPr>
              <a:t>usually named </a:t>
            </a:r>
            <a:r>
              <a:rPr lang="en-US"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hosts.ini</a:t>
            </a:r>
            <a:r>
              <a:rPr lang="en-US">
                <a:ea typeface="Calibri"/>
                <a:cs typeface="Calibri"/>
              </a:rPr>
              <a:t> .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You can also define an inventory in </a:t>
            </a:r>
            <a:r>
              <a:rPr lang="en-US" dirty="0" err="1">
                <a:ea typeface="Calibri"/>
                <a:cs typeface="Calibri"/>
              </a:rPr>
              <a:t>yaml</a:t>
            </a:r>
            <a:r>
              <a:rPr lang="en-US" dirty="0">
                <a:ea typeface="Calibri"/>
                <a:cs typeface="Calibri"/>
              </a:rPr>
              <a:t> format with </a:t>
            </a:r>
            <a:r>
              <a:rPr lang="en-US" dirty="0" err="1"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hosts.yml</a:t>
            </a:r>
            <a:endParaRPr lang="en-US">
              <a:highlight>
                <a:srgbClr val="C0C0C0"/>
              </a:highlight>
              <a:latin typeface="Consolas"/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0B9299-88FF-2D2A-CD8C-F6C1C1C50D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Inventory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1A77B92-0D55-E71B-0208-63F5607C71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err="1"/>
              <a:t>Invetory</a:t>
            </a:r>
            <a:r>
              <a:rPr lang="en-US"/>
              <a:t> file types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555D3B-376B-F34D-AB02-54075A9236E9}"/>
              </a:ext>
            </a:extLst>
          </p:cNvPr>
          <p:cNvSpPr txBox="1"/>
          <p:nvPr/>
        </p:nvSpPr>
        <p:spPr>
          <a:xfrm>
            <a:off x="5824868" y="1556450"/>
            <a:ext cx="6096000" cy="4524315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5C2E7"/>
                </a:solidFill>
                <a:ea typeface="+mn-lt"/>
                <a:cs typeface="+mn-lt"/>
              </a:rPr>
              <a:t>---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all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children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    webservers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        vars: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        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ansible_port</a:t>
            </a:r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FAB387"/>
                </a:solidFill>
                <a:ea typeface="+mn-lt"/>
                <a:cs typeface="+mn-lt"/>
              </a:rPr>
              <a:t>22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        hosts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            server01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                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ansible_host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 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10.0.0.11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            server02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Calibri"/>
                <a:cs typeface="Calibri"/>
              </a:rPr>
              <a:t>                    </a:t>
            </a:r>
            <a:r>
              <a:rPr lang="en-US" dirty="0" err="1">
                <a:solidFill>
                  <a:srgbClr val="89B4FA"/>
                </a:solidFill>
                <a:ea typeface="Calibri"/>
                <a:cs typeface="Calibri"/>
              </a:rPr>
              <a:t>ansible_host</a:t>
            </a:r>
            <a:r>
              <a:rPr lang="en-US" dirty="0">
                <a:solidFill>
                  <a:srgbClr val="9399B2"/>
                </a:solidFill>
                <a:ea typeface="Calibri"/>
                <a:cs typeface="Calibri"/>
              </a:rPr>
              <a:t>: </a:t>
            </a:r>
            <a:r>
              <a:rPr lang="en-US" dirty="0">
                <a:solidFill>
                  <a:srgbClr val="A6E3A1"/>
                </a:solidFill>
                <a:ea typeface="Calibri"/>
                <a:cs typeface="Calibri"/>
              </a:rPr>
              <a:t>10.0.0.12</a:t>
            </a: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   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databases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        hosts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            server03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dirty="0">
              <a:solidFill>
                <a:srgbClr val="9399B2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                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ansible_host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10.0.0.13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            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ansible_port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FAB387"/>
                </a:solidFill>
                <a:ea typeface="+mn-lt"/>
                <a:cs typeface="+mn-lt"/>
              </a:rPr>
              <a:t>22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1903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AA268-8B6F-7A7C-2398-3E37DB795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505A956-7FE2-6605-EE7A-3C073364C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4688279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For</a:t>
            </a:r>
            <a:r>
              <a:rPr lang="en-US" dirty="0">
                <a:latin typeface="Calibri"/>
                <a:ea typeface="Calibri"/>
                <a:cs typeface="Calibri"/>
              </a:rPr>
              <a:t> larger projects, inventory configuration can be organized into </a:t>
            </a:r>
            <a:r>
              <a:rPr lang="en-US">
                <a:latin typeface="Calibri"/>
                <a:ea typeface="Calibri"/>
                <a:cs typeface="Calibri"/>
              </a:rPr>
              <a:t>directories.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EECFCD-64A2-1509-1F06-BF6318CB6B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Inventory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F79136-248D-86EA-E83A-DECAC00197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Inventory directory structure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9E3F71-694E-CF90-2A39-92C439512533}"/>
              </a:ext>
            </a:extLst>
          </p:cNvPr>
          <p:cNvSpPr txBox="1"/>
          <p:nvPr/>
        </p:nvSpPr>
        <p:spPr>
          <a:xfrm>
            <a:off x="5824868" y="1556450"/>
            <a:ext cx="6096000" cy="2308324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inventory/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|-- hosts.ini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 |--  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group_vars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/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 │   |-- 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webservers.yml</a:t>
            </a:r>
            <a:endParaRPr lang="en-US" dirty="0" err="1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│    |-- 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databases.yml</a:t>
            </a:r>
            <a:endParaRPr lang="en-US" dirty="0" err="1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| -- 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host_vars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/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      |-- server01.yml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      |-- server02.yml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4113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9994B-8DC6-40B8-38D2-483360B59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8BED946-0FB4-6D42-13D6-E2C43DFF0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437915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In dynamic environments, manually maintaining an inventory </a:t>
            </a:r>
            <a:r>
              <a:rPr lang="en-US">
                <a:ea typeface="+mn-lt"/>
                <a:cs typeface="+mn-lt"/>
              </a:rPr>
              <a:t>becomes impractical. A </a:t>
            </a:r>
            <a:r>
              <a:rPr lang="en-US" b="1">
                <a:ea typeface="+mn-lt"/>
                <a:cs typeface="+mn-lt"/>
              </a:rPr>
              <a:t>dynamic inventory</a:t>
            </a:r>
            <a:r>
              <a:rPr lang="en-US">
                <a:ea typeface="+mn-lt"/>
                <a:cs typeface="+mn-lt"/>
              </a:rPr>
              <a:t> retrieves hosts from an external source.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pPr>
              <a:buNone/>
            </a:pPr>
            <a:r>
              <a:rPr lang="en-US">
                <a:ea typeface="Calibri"/>
                <a:cs typeface="Calibri"/>
              </a:rPr>
              <a:t>We'll see how to use them later in this course.</a:t>
            </a:r>
            <a:endParaRPr lang="en-US"/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883BA8-8A92-61D0-D6E3-AC82F303A3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Inventory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A1A313F-15BD-AB73-96A3-419CA9BE29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Dynamic Inventories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2252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013D-9C48-F7E2-1DBE-9A9C4F61E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BEEB674-503E-F7F2-C81B-7EC9104916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3. Inventory</a:t>
            </a:r>
          </a:p>
        </p:txBody>
      </p:sp>
    </p:spTree>
    <p:extLst>
      <p:ext uri="{BB962C8B-B14F-4D97-AF65-F5344CB8AC3E}">
        <p14:creationId xmlns:p14="http://schemas.microsoft.com/office/powerpoint/2010/main" val="1091255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E707B-81DB-6CD0-65DB-684E45B91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78F986C-2D1A-F08D-B298-446865A4C9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/>
              <a:t>4. Playbooks</a:t>
            </a:r>
          </a:p>
        </p:txBody>
      </p:sp>
    </p:spTree>
    <p:extLst>
      <p:ext uri="{BB962C8B-B14F-4D97-AF65-F5344CB8AC3E}">
        <p14:creationId xmlns:p14="http://schemas.microsoft.com/office/powerpoint/2010/main" val="18689173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2B291-AD27-2F3E-4FD0-50AC67C5E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4C52AD3-3D37-FB85-B68A-625FD7EB9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4688279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 </a:t>
            </a:r>
            <a:r>
              <a:rPr lang="en-US" b="1">
                <a:ea typeface="+mn-lt"/>
                <a:cs typeface="+mn-lt"/>
              </a:rPr>
              <a:t>playbook</a:t>
            </a:r>
            <a:r>
              <a:rPr lang="en-US">
                <a:ea typeface="+mn-lt"/>
                <a:cs typeface="+mn-lt"/>
              </a:rPr>
              <a:t> is a YAML file that describes the configuration Ansible should apply to a set of hosts.</a:t>
            </a: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r>
              <a:rPr lang="en-US" dirty="0">
                <a:ea typeface="Calibri"/>
                <a:cs typeface="Calibri"/>
              </a:rPr>
              <a:t>The configuration will be executed on all hosts in parallel, so all hosts in the </a:t>
            </a:r>
            <a:r>
              <a:rPr lang="en-US">
                <a:ea typeface="Calibri"/>
                <a:cs typeface="Calibri"/>
              </a:rPr>
              <a:t>webservers group will be configured simultaneously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3113800-8B8A-D495-C333-0D5A159BA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4. </a:t>
            </a:r>
            <a:r>
              <a:rPr lang="en-US"/>
              <a:t>Playbooks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59A6E3B-FFB5-229A-0028-CC415857B7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Definition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6DEDE1-40B6-2338-23A7-60908E331F9D}"/>
              </a:ext>
            </a:extLst>
          </p:cNvPr>
          <p:cNvSpPr txBox="1"/>
          <p:nvPr/>
        </p:nvSpPr>
        <p:spPr>
          <a:xfrm>
            <a:off x="5836241" y="2272958"/>
            <a:ext cx="6096000" cy="2308324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This is play 1</a:t>
            </a:r>
            <a:endParaRPr lang="en-US" sz="3200" dirty="0">
              <a:ea typeface="Calibri" panose="020F0502020204030204"/>
              <a:cs typeface="Calibri" panose="020F0502020204030204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hosts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sz="3200">
              <a:ea typeface="Calibri"/>
              <a:cs typeface="Calibri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        -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webservers</a:t>
            </a: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tasks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sz="3200">
              <a:ea typeface="Calibri"/>
              <a:cs typeface="Calibri"/>
            </a:endParaRPr>
          </a:p>
          <a:p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        …</a:t>
            </a:r>
            <a:endParaRPr lang="en-US" sz="32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  <a:p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  <a:p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59823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CFBEC-DDF2-908C-D86B-C100F812E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C5E4375-0CD6-D37A-283A-1767EAE1B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4688279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Multiple plays can be defined in the same playbook.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Plays are executed </a:t>
            </a:r>
            <a:r>
              <a:rPr lang="en-US" dirty="0">
                <a:ea typeface="+mn-lt"/>
                <a:cs typeface="+mn-lt"/>
              </a:rPr>
              <a:t>sequentially. In this example, </a:t>
            </a:r>
            <a:r>
              <a:rPr lang="en-US">
                <a:ea typeface="+mn-lt"/>
                <a:cs typeface="+mn-lt"/>
              </a:rPr>
              <a:t>play 2 will wait for play 1 to be completed before its own execution.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1A48DF-A1C0-82CC-38A2-2B611926AF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4. </a:t>
            </a:r>
            <a:r>
              <a:rPr lang="en-US"/>
              <a:t>Playbooks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5039E9C-6B97-1C3F-DCBB-B7B027324A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Multiple plays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B9EF1E-6F7E-B619-56BC-F7F373478474}"/>
              </a:ext>
            </a:extLst>
          </p:cNvPr>
          <p:cNvSpPr txBox="1"/>
          <p:nvPr/>
        </p:nvSpPr>
        <p:spPr>
          <a:xfrm>
            <a:off x="5881734" y="1772540"/>
            <a:ext cx="6096000" cy="3970318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This is play 1</a:t>
            </a:r>
            <a:endParaRPr lang="en-US" sz="3200" dirty="0">
              <a:ea typeface="Calibri" panose="020F0502020204030204"/>
              <a:cs typeface="Calibri" panose="020F0502020204030204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hosts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sz="3200">
              <a:ea typeface="Calibri"/>
              <a:cs typeface="Calibri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        -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webservers</a:t>
            </a: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tasks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sz="3200">
              <a:ea typeface="Calibri"/>
              <a:cs typeface="Calibri"/>
            </a:endParaRPr>
          </a:p>
          <a:p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        …</a:t>
            </a:r>
            <a:endParaRPr lang="en-US" sz="32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  <a:p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rgbClr val="9399B2"/>
                </a:solidFill>
                <a:ea typeface="Calibri"/>
                <a:cs typeface="Calibri"/>
              </a:rPr>
              <a:t>- </a:t>
            </a:r>
            <a:r>
              <a:rPr lang="en-US" dirty="0">
                <a:solidFill>
                  <a:srgbClr val="89B4FA"/>
                </a:solidFill>
                <a:ea typeface="Calibri"/>
                <a:cs typeface="Calibri"/>
              </a:rPr>
              <a:t>name</a:t>
            </a:r>
            <a:r>
              <a:rPr lang="en-US" dirty="0">
                <a:solidFill>
                  <a:srgbClr val="9399B2"/>
                </a:solidFill>
                <a:ea typeface="Calibri"/>
                <a:cs typeface="Calibri"/>
              </a:rPr>
              <a:t>: </a:t>
            </a:r>
            <a:r>
              <a:rPr lang="en-US">
                <a:solidFill>
                  <a:srgbClr val="A6E3A1"/>
                </a:solidFill>
                <a:ea typeface="Calibri"/>
                <a:cs typeface="Calibri"/>
              </a:rPr>
              <a:t>This is play 2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Calibri"/>
                <a:cs typeface="Calibri"/>
              </a:rPr>
              <a:t>   hosts</a:t>
            </a:r>
            <a:r>
              <a:rPr lang="en-US">
                <a:solidFill>
                  <a:srgbClr val="9399B2"/>
                </a:solidFill>
                <a:ea typeface="Calibri"/>
                <a:cs typeface="Calibri"/>
              </a:rPr>
              <a:t>: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rgbClr val="9399B2"/>
                </a:solidFill>
                <a:ea typeface="Calibri"/>
                <a:cs typeface="Calibri"/>
              </a:rPr>
              <a:t>        - </a:t>
            </a:r>
            <a:r>
              <a:rPr lang="en-US" dirty="0" err="1">
                <a:solidFill>
                  <a:srgbClr val="A6E3A1"/>
                </a:solidFill>
                <a:ea typeface="Calibri"/>
                <a:cs typeface="Calibri"/>
              </a:rPr>
              <a:t>databases</a:t>
            </a:r>
          </a:p>
          <a:p>
            <a:r>
              <a:rPr lang="en-US">
                <a:solidFill>
                  <a:srgbClr val="89B4FA"/>
                </a:solidFill>
                <a:ea typeface="Calibri"/>
                <a:cs typeface="Calibri"/>
              </a:rPr>
              <a:t>    tasks</a:t>
            </a:r>
            <a:r>
              <a:rPr lang="en-US">
                <a:solidFill>
                  <a:srgbClr val="9399B2"/>
                </a:solidFill>
                <a:ea typeface="Calibri"/>
                <a:cs typeface="Calibri"/>
              </a:rPr>
              <a:t>: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rgbClr val="A6E3A1"/>
                </a:solidFill>
                <a:ea typeface="Calibri"/>
                <a:cs typeface="Calibri"/>
              </a:rPr>
              <a:t>        ...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  <a:p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73733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1019C-0D2D-2BC9-29DB-A1C24115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F53D0AE-0DD3-853B-F9B8-9C1539C47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4688279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Calibri"/>
                <a:cs typeface="Calibri"/>
              </a:rPr>
              <a:t>In addition to host and group vars, you can define variables in a pla</a:t>
            </a:r>
            <a:r>
              <a:rPr lang="en-US">
                <a:ea typeface="Calibri"/>
                <a:cs typeface="Calibri"/>
              </a:rPr>
              <a:t>ybook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09A8BC-3C33-7986-79DD-82E7D7C31E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4. </a:t>
            </a:r>
            <a:r>
              <a:rPr lang="en-US"/>
              <a:t>Playbooks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02946AA-5E63-6A81-2335-DF964011A3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Playbook variables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47FCB8-5875-1CF7-D8E9-BB2A248C6B30}"/>
              </a:ext>
            </a:extLst>
          </p:cNvPr>
          <p:cNvSpPr txBox="1"/>
          <p:nvPr/>
        </p:nvSpPr>
        <p:spPr>
          <a:xfrm>
            <a:off x="5881734" y="1772540"/>
            <a:ext cx="6096000" cy="3139321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This is play 1</a:t>
            </a:r>
            <a:endParaRPr lang="en-US"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hosts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       -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webservers</a:t>
            </a:r>
            <a:endParaRPr lang="en-US"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vars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   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http_port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FAB387"/>
                </a:solidFill>
                <a:ea typeface="+mn-lt"/>
                <a:cs typeface="+mn-lt"/>
              </a:rPr>
              <a:t>8080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   foo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bar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tasks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       ...</a:t>
            </a:r>
            <a:endParaRPr lang="en-US">
              <a:ea typeface="+mn-lt"/>
              <a:cs typeface="+mn-lt"/>
            </a:endParaRPr>
          </a:p>
          <a:p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  <a:p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  <a:p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002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B61FF-28CD-7534-86BA-2266619AA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5872130-DD14-58D5-4251-86B437970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4688279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Calibri"/>
                <a:cs typeface="Calibri"/>
              </a:rPr>
              <a:t>Variables can be referenced directly or </a:t>
            </a:r>
            <a:r>
              <a:rPr lang="en-US">
                <a:ea typeface="Calibri"/>
                <a:cs typeface="Calibri"/>
              </a:rPr>
              <a:t>through</a:t>
            </a:r>
            <a:r>
              <a:rPr lang="en-US" dirty="0">
                <a:ea typeface="Calibri"/>
                <a:cs typeface="Calibri"/>
              </a:rPr>
              <a:t> Jinja expressions</a:t>
            </a:r>
            <a:endParaRPr lang="en-US" dirty="0"/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96B7B0-2D1C-1210-A105-8FC03E26B4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4. </a:t>
            </a:r>
            <a:r>
              <a:rPr lang="en-US"/>
              <a:t>Playbooks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D3D67F9-B9AF-7F88-9057-B18CDBAB01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Playbook variables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38E4C5-69F5-0E0F-7D00-023D457B5064}"/>
              </a:ext>
            </a:extLst>
          </p:cNvPr>
          <p:cNvSpPr txBox="1"/>
          <p:nvPr/>
        </p:nvSpPr>
        <p:spPr>
          <a:xfrm>
            <a:off x="5881734" y="2238838"/>
            <a:ext cx="6096000" cy="1200329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port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http_port</a:t>
            </a:r>
            <a:endParaRPr lang="en-US" dirty="0" err="1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username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"user-{{ foo }}"</a:t>
            </a:r>
            <a:endParaRPr lang="en-US"/>
          </a:p>
          <a:p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14397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243AB-D1A4-C52A-696C-57BB1D9B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42D53F6-1ECE-798F-B815-8F9BBA4A2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761532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Calibri"/>
                <a:cs typeface="Calibri"/>
              </a:rPr>
              <a:t>To run a playbook against a set of hosts run the following command:</a:t>
            </a:r>
            <a:endParaRPr lang="en-US" dirty="0">
              <a:ea typeface="Calibri"/>
              <a:cs typeface="Calibri"/>
            </a:endParaRPr>
          </a:p>
          <a:p>
            <a:pPr>
              <a:buNone/>
            </a:pPr>
            <a:endParaRPr lang="en-US">
              <a:ea typeface="Calibri"/>
              <a:cs typeface="Calibri"/>
            </a:endParaRPr>
          </a:p>
          <a:p>
            <a:pPr>
              <a:buNone/>
            </a:pPr>
            <a:r>
              <a:rPr lang="en-US" dirty="0"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ansible-playbook -</a:t>
            </a:r>
            <a:r>
              <a:rPr lang="en-US" dirty="0" err="1"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i</a:t>
            </a:r>
            <a:r>
              <a:rPr lang="en-US" dirty="0"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 &lt;</a:t>
            </a:r>
            <a:r>
              <a:rPr lang="en-US" dirty="0" err="1"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inventory_file</a:t>
            </a:r>
            <a:r>
              <a:rPr lang="en-US" dirty="0"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&gt; &lt;</a:t>
            </a:r>
            <a:r>
              <a:rPr lang="en-US" dirty="0" err="1"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playbook_file</a:t>
            </a:r>
            <a:r>
              <a:rPr lang="en-US" dirty="0"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&gt;</a:t>
            </a:r>
          </a:p>
          <a:p>
            <a:pPr>
              <a:buNone/>
            </a:pPr>
            <a:endParaRPr lang="en-US" dirty="0">
              <a:latin typeface="Consolas"/>
              <a:ea typeface="Calibri"/>
              <a:cs typeface="Calibri"/>
            </a:endParaRPr>
          </a:p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Such as</a:t>
            </a:r>
            <a:endParaRPr lang="en-US">
              <a:latin typeface="Calibri"/>
            </a:endParaRPr>
          </a:p>
          <a:p>
            <a:pPr>
              <a:buNone/>
            </a:pPr>
            <a:endParaRPr lang="en-US" dirty="0">
              <a:latin typeface="Consolas"/>
              <a:ea typeface="Calibri"/>
              <a:cs typeface="Calibri"/>
            </a:endParaRPr>
          </a:p>
          <a:p>
            <a:pPr>
              <a:buNone/>
            </a:pPr>
            <a:r>
              <a:rPr lang="en-US" dirty="0"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ansible-playbook -</a:t>
            </a:r>
            <a:r>
              <a:rPr lang="en-US" dirty="0" err="1"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i</a:t>
            </a:r>
            <a:r>
              <a:rPr lang="en-US" dirty="0"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 hosts.ini </a:t>
            </a:r>
            <a:r>
              <a:rPr lang="en-US" dirty="0" err="1"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playbook.yml</a:t>
            </a:r>
            <a:endParaRPr lang="en-US" dirty="0">
              <a:highlight>
                <a:srgbClr val="C0C0C0"/>
              </a:highlight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452CB7-DF07-8517-5F2D-8849127655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4. </a:t>
            </a:r>
            <a:r>
              <a:rPr lang="en-US"/>
              <a:t>Playbooks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0B74058-2F0B-44E6-10D3-7E6DD7BF3B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Running a playbook</a:t>
            </a:r>
          </a:p>
        </p:txBody>
      </p:sp>
    </p:spTree>
    <p:extLst>
      <p:ext uri="{BB962C8B-B14F-4D97-AF65-F5344CB8AC3E}">
        <p14:creationId xmlns:p14="http://schemas.microsoft.com/office/powerpoint/2010/main" val="31641504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6324B-4AF4-1579-7AF4-1D212674F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A930D39-2BC3-0104-2261-6E2EF726A0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4. Playbooks</a:t>
            </a:r>
          </a:p>
        </p:txBody>
      </p:sp>
    </p:spTree>
    <p:extLst>
      <p:ext uri="{BB962C8B-B14F-4D97-AF65-F5344CB8AC3E}">
        <p14:creationId xmlns:p14="http://schemas.microsoft.com/office/powerpoint/2010/main" val="6030965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AAC20-1431-CB6E-6247-4E7E39434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4E43E87-BB75-4F76-B873-B2BB0319E4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/>
              <a:t>5. Tasks</a:t>
            </a:r>
          </a:p>
        </p:txBody>
      </p:sp>
    </p:spTree>
    <p:extLst>
      <p:ext uri="{BB962C8B-B14F-4D97-AF65-F5344CB8AC3E}">
        <p14:creationId xmlns:p14="http://schemas.microsoft.com/office/powerpoint/2010/main" val="23092774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B3C1-1693-A591-4306-78809486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B30A074-CA74-CD0C-E71B-A4DEF2CEF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443084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 </a:t>
            </a:r>
            <a:r>
              <a:rPr lang="en-US" b="1">
                <a:ea typeface="+mn-lt"/>
                <a:cs typeface="+mn-lt"/>
              </a:rPr>
              <a:t>task</a:t>
            </a:r>
            <a:r>
              <a:rPr lang="en-US">
                <a:ea typeface="+mn-lt"/>
                <a:cs typeface="+mn-lt"/>
              </a:rPr>
              <a:t> describes a single operation that Ansible should perform.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Examples: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Install a package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Create a user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Copy a file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Create a directory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Start a service</a:t>
            </a:r>
            <a:endParaRPr lang="en-US"/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DCB2BD-DE9D-BC30-038F-094DE2949D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5. Tasks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90F8BAC-1FB1-4F80-7579-D9E2519DEB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31736695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59DA7-883B-12D3-FBAF-C4B60B73A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762F98C-4ACD-F4BF-9DED-19DCBC3D5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898009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 task has: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A name to describe it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A module that performs the operation</a:t>
            </a:r>
          </a:p>
          <a:p>
            <a:r>
              <a:rPr lang="en-US">
                <a:ea typeface="Calibri"/>
                <a:cs typeface="Calibri"/>
              </a:rPr>
              <a:t>Parameters to configure the module</a:t>
            </a:r>
            <a:endParaRPr lang="en-US" dirty="0">
              <a:ea typeface="Calibri"/>
              <a:cs typeface="Calibri"/>
            </a:endParaRPr>
          </a:p>
          <a:p>
            <a:pPr>
              <a:buNone/>
            </a:pPr>
            <a:endParaRPr lang="en-US" sz="26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2600">
                <a:ea typeface="Calibri"/>
                <a:cs typeface="Calibri"/>
              </a:rPr>
              <a:t>Modules documentation can be found here: </a:t>
            </a:r>
            <a:endParaRPr lang="en-US"/>
          </a:p>
          <a:p>
            <a:pPr>
              <a:buNone/>
            </a:pPr>
            <a:r>
              <a:rPr lang="en-US" dirty="0">
                <a:ea typeface="Calibri"/>
                <a:cs typeface="Calibri"/>
                <a:hlinkClick r:id="rId2"/>
              </a:rPr>
              <a:t>https://docs.ansible.com/projects/ansible/latest/collections/ansible/builtin/index.html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B2C8CD-7D7D-7926-DAB0-E0160B9553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5. Tasks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32624F3-7CEF-1B3B-FE4F-33D9B9310F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31998139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1FE78-1AB6-4D90-EF6B-782AA98EF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C607C22-4769-151E-C45B-75C2B7471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040845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In this example, a task named Install Nginx uses the </a:t>
            </a:r>
            <a:r>
              <a:rPr lang="en-US" dirty="0" err="1">
                <a:ea typeface="+mn-lt"/>
                <a:cs typeface="+mn-lt"/>
              </a:rPr>
              <a:t>builtin</a:t>
            </a:r>
            <a:r>
              <a:rPr lang="en-US" dirty="0">
                <a:ea typeface="+mn-lt"/>
                <a:cs typeface="+mn-lt"/>
              </a:rPr>
              <a:t> apt module to make sure the nginx package is installed</a:t>
            </a: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159C9A-C033-160A-1877-DC4F2AF483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5. Tasks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73F5BC8-73B5-F699-0636-8425973A12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Definition</a:t>
            </a:r>
            <a:endParaRPr lang="en-US"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F384D734-898E-5EF3-E1E1-9136E9A84DCC}"/>
              </a:ext>
            </a:extLst>
          </p:cNvPr>
          <p:cNvSpPr txBox="1"/>
          <p:nvPr/>
        </p:nvSpPr>
        <p:spPr>
          <a:xfrm>
            <a:off x="5881734" y="2272958"/>
            <a:ext cx="6096000" cy="1754326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tasks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/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    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Install Nginx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ansible.builtin.apt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      name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nginx</a:t>
            </a:r>
            <a:endParaRPr lang="en-US" dirty="0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      state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present</a:t>
            </a:r>
            <a:endParaRPr lang="en-US" dirty="0"/>
          </a:p>
          <a:p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19198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C22F0-52F5-8698-3A85-75C561745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BC02B86-5DFD-4221-6169-1138FF7DE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040845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Calibri"/>
                <a:cs typeface="Calibri"/>
              </a:rPr>
              <a:t>When needing to execute tasks </a:t>
            </a:r>
            <a:r>
              <a:rPr lang="en-US">
                <a:ea typeface="Calibri"/>
                <a:cs typeface="Calibri"/>
              </a:rPr>
              <a:t>with privilege escalation, you will need to use the </a:t>
            </a:r>
            <a:r>
              <a:rPr lang="en-US"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become </a:t>
            </a:r>
            <a:r>
              <a:rPr lang="en-US">
                <a:ea typeface="Calibri"/>
                <a:cs typeface="Calibri"/>
              </a:rPr>
              <a:t>keyword.</a:t>
            </a:r>
            <a:endParaRPr lang="en-US" dirty="0">
              <a:ea typeface="Calibri"/>
              <a:cs typeface="Calibri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r>
              <a:rPr lang="en-US" dirty="0">
                <a:ea typeface="Calibri"/>
                <a:cs typeface="Calibri"/>
              </a:rPr>
              <a:t>By default, the become user is root, but you can chose to run a task with a different user in mind with </a:t>
            </a:r>
            <a:r>
              <a:rPr lang="en-US" dirty="0" err="1">
                <a:highlight>
                  <a:srgbClr val="C0C0C0"/>
                </a:highlight>
                <a:latin typeface="Consolas"/>
                <a:ea typeface="Calibri"/>
                <a:cs typeface="Calibri"/>
              </a:rPr>
              <a:t>become_user</a:t>
            </a:r>
            <a:endParaRPr lang="en-US">
              <a:highlight>
                <a:srgbClr val="C0C0C0"/>
              </a:highlight>
              <a:latin typeface="Consolas"/>
              <a:ea typeface="Calibri"/>
              <a:cs typeface="Calibri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374ED38-6FF5-2F34-2A94-B4A5AC25F2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5. Tasks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5254C8D-787A-AAA1-4B4D-B2479DCAFB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Become and Become User</a:t>
            </a:r>
            <a:endParaRPr lang="en-US"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FDC1A46E-E83A-CA86-0EB6-C225DBBE141A}"/>
              </a:ext>
            </a:extLst>
          </p:cNvPr>
          <p:cNvSpPr txBox="1"/>
          <p:nvPr/>
        </p:nvSpPr>
        <p:spPr>
          <a:xfrm>
            <a:off x="5881734" y="2272958"/>
            <a:ext cx="6096000" cy="3970318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tasks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/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    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Install Nginx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ansible.builtin.apt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      name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nginx</a:t>
            </a:r>
            <a:endParaRPr lang="en-US" dirty="0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      state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present</a:t>
            </a:r>
            <a:endParaRPr lang="en-US" dirty="0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  become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FAB387"/>
                </a:solidFill>
                <a:ea typeface="+mn-lt"/>
                <a:cs typeface="+mn-lt"/>
              </a:rPr>
              <a:t>true</a:t>
            </a:r>
            <a:endParaRPr lang="en-US"/>
          </a:p>
          <a:p>
            <a:endParaRPr lang="en-US" dirty="0">
              <a:solidFill>
                <a:srgbClr val="FAB387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    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Touch a file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ansible.builtin.file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      path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/home/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john_doe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/example.txt</a:t>
            </a:r>
            <a:endParaRPr lang="en-US" dirty="0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      state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touch</a:t>
            </a:r>
            <a:endParaRPr lang="en-US" dirty="0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  become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FAB387"/>
                </a:solidFill>
                <a:ea typeface="+mn-lt"/>
                <a:cs typeface="+mn-lt"/>
              </a:rPr>
              <a:t>true</a:t>
            </a:r>
            <a:endParaRPr lang="en-US" dirty="0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become_user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john_doe</a:t>
            </a:r>
            <a:endParaRPr lang="en-US" dirty="0" err="1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7354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B2BE7-8AFE-AEED-3AF4-2544C421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0BA2371-F81D-B588-0899-5953BB372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443083" cy="422847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dirty="0">
                <a:ea typeface="Calibri"/>
                <a:cs typeface="Calibri"/>
              </a:rPr>
              <a:t>Some of the most common modules </a:t>
            </a:r>
            <a:r>
              <a:rPr lang="en-US">
                <a:ea typeface="Calibri"/>
                <a:cs typeface="Calibri"/>
              </a:rPr>
              <a:t>include: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apt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dnf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copy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file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user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service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600">
                <a:ea typeface="Calibri"/>
                <a:cs typeface="Calibri"/>
              </a:rPr>
              <a:t>Modules documentation can be found here: </a:t>
            </a:r>
          </a:p>
          <a:p>
            <a:pPr marL="0" indent="0">
              <a:buNone/>
            </a:pPr>
            <a:r>
              <a:rPr lang="en-US" sz="2600" dirty="0">
                <a:ea typeface="Calibri"/>
                <a:cs typeface="Calibri"/>
                <a:hlinkClick r:id="rId2"/>
              </a:rPr>
              <a:t>https://docs.ansible.com/projects/ansible/latest/collections/ansible/builtin</a:t>
            </a:r>
            <a:endParaRPr lang="en-US" sz="260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22DF9F-1BAA-A683-468B-904F44A4DB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5. Tasks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E5C7725-BB75-C768-D575-5B0DA1941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Common modules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609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ACCBA-FC35-ED79-5101-301558251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5C8A396-68B7-EF77-8294-61776BD68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5. Tasks</a:t>
            </a:r>
          </a:p>
        </p:txBody>
      </p:sp>
    </p:spTree>
    <p:extLst>
      <p:ext uri="{BB962C8B-B14F-4D97-AF65-F5344CB8AC3E}">
        <p14:creationId xmlns:p14="http://schemas.microsoft.com/office/powerpoint/2010/main" val="25469146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09968-360A-9EF5-755F-1780F05D2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E554DB1-F54D-B182-FA1F-2CCDEDE0AB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/>
              <a:t>6. Roles</a:t>
            </a:r>
          </a:p>
        </p:txBody>
      </p:sp>
    </p:spTree>
    <p:extLst>
      <p:ext uri="{BB962C8B-B14F-4D97-AF65-F5344CB8AC3E}">
        <p14:creationId xmlns:p14="http://schemas.microsoft.com/office/powerpoint/2010/main" val="22950948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05DF4-D3C2-D6E1-C41D-41B2F279C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B3939C2-4EBB-0130-F792-B2151B595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226314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 simple playbook can work well at first, but as the number of tasks grows, playbooks become difficult to read, maintain and reuse.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9351E7-FB03-8735-5D47-5EDC303AD0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6. Roles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52A1535-9106-146C-174A-55D3D8BDE0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Large Playbooks</a:t>
            </a: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F433E0EC-7EEE-8BB5-5289-D0666E81F1CF}"/>
              </a:ext>
            </a:extLst>
          </p:cNvPr>
          <p:cNvSpPr txBox="1"/>
          <p:nvPr/>
        </p:nvSpPr>
        <p:spPr>
          <a:xfrm>
            <a:off x="5799673" y="1358558"/>
            <a:ext cx="6096000" cy="3970318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Configure web server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hosts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webservers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tasks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    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Install Nginx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...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    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Create application user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...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    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Copy Nginx configuration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...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    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Deploy application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...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    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Configure firewall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...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70757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FB056-961E-82B6-F0AF-1263C0BD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C65BC83-5A62-FCDF-FB66-CEB440507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443083" cy="422847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Instead of putting everything directly into a playbook, functionality can be extracted into reusable roles. A </a:t>
            </a:r>
            <a:r>
              <a:rPr lang="en-US" b="1" dirty="0">
                <a:ea typeface="+mn-lt"/>
                <a:cs typeface="+mn-lt"/>
              </a:rPr>
              <a:t>role</a:t>
            </a:r>
            <a:r>
              <a:rPr lang="en-US">
                <a:ea typeface="+mn-lt"/>
                <a:cs typeface="+mn-lt"/>
              </a:rPr>
              <a:t> is a standardized structure for organizing related Ansible automation. It can contain: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Tasks 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Variables 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Default values 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Handlers 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Templates 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Files 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Metadata</a:t>
            </a: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4AFC6F-89F4-EC2E-4549-CAB5C96FF2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6. Roles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762B22-22B3-5690-6DFA-186491F886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Reusable Units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8834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49EAB-F563-88D0-C2F6-8DEC75C92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727223-FE80-6E4B-2AD4-1946A6181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226314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 better approach is to use the playbook to playbook describes which roles should be applied to which </a:t>
            </a:r>
            <a:r>
              <a:rPr lang="en-US" dirty="0">
                <a:ea typeface="+mn-lt"/>
                <a:cs typeface="+mn-lt"/>
              </a:rPr>
              <a:t>hosts.</a:t>
            </a: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The playbook becomes a high-level description of the </a:t>
            </a:r>
            <a:r>
              <a:rPr lang="en-US">
                <a:ea typeface="+mn-lt"/>
                <a:cs typeface="+mn-lt"/>
              </a:rPr>
              <a:t>infrastructure.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77EA06-F5D9-60C7-8EB6-04DC6E5BC2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6. Roles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71F4D69-49FD-B7D4-DCB9-BEC4DDA9A2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885371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Reusable Units</a:t>
            </a:r>
            <a:endParaRPr lang="en-US" b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E5EF17B9-800C-95B8-2D89-A629FA5578D9}"/>
              </a:ext>
            </a:extLst>
          </p:cNvPr>
          <p:cNvSpPr txBox="1"/>
          <p:nvPr/>
        </p:nvSpPr>
        <p:spPr>
          <a:xfrm>
            <a:off x="6092749" y="2566035"/>
            <a:ext cx="5849816" cy="2031325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Configure web servers</a:t>
            </a:r>
            <a:endParaRPr lang="en-US"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hosts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webservers</a:t>
            </a:r>
            <a:br>
              <a:rPr lang="en-US" dirty="0"/>
            </a:b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roles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    -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nginx</a:t>
            </a:r>
            <a:endParaRPr lang="en-US">
              <a:ea typeface="+mn-lt"/>
              <a:cs typeface="+mn-lt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   -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application</a:t>
            </a:r>
            <a:endParaRPr lang="en-US">
              <a:ea typeface="+mn-lt"/>
              <a:cs typeface="+mn-lt"/>
            </a:endParaRPr>
          </a:p>
          <a:p>
            <a:endParaRPr lang="en-US" dirty="0">
              <a:solidFill>
                <a:srgbClr val="A6E3A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25888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CB422-0F97-BB41-2FA1-5054B030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F8F5BEF-7999-A476-73E2-06FD05FB7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226314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 role can be reused across multiple playbooks.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The same role can configure multiple environments while allowing variables to customize its behavior.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This reduces duplication and promotes consistency.</a:t>
            </a:r>
            <a:endParaRPr lang="en-US"/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B4C43C-0733-D46F-7E55-1F83001A79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6. Roles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3D0CA10-DA56-4A15-B2A8-4A92959C25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885371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Reusable Units</a:t>
            </a:r>
            <a:endParaRPr lang="en-US" b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E1C585-0EF8-08F7-6EF5-EDFB48FD564C}"/>
              </a:ext>
            </a:extLst>
          </p:cNvPr>
          <p:cNvSpPr/>
          <p:nvPr/>
        </p:nvSpPr>
        <p:spPr>
          <a:xfrm>
            <a:off x="8512281" y="2182947"/>
            <a:ext cx="1992923" cy="123929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Nginx role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9A8DDF-897E-2F91-323F-938214F9D86F}"/>
              </a:ext>
            </a:extLst>
          </p:cNvPr>
          <p:cNvSpPr/>
          <p:nvPr/>
        </p:nvSpPr>
        <p:spPr>
          <a:xfrm>
            <a:off x="9645375" y="3846209"/>
            <a:ext cx="1992923" cy="123929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Staging playbook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485BF1-0641-F426-2172-7CB3D4CCD464}"/>
              </a:ext>
            </a:extLst>
          </p:cNvPr>
          <p:cNvSpPr/>
          <p:nvPr/>
        </p:nvSpPr>
        <p:spPr>
          <a:xfrm>
            <a:off x="7361398" y="3851869"/>
            <a:ext cx="1992923" cy="123929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Production playbook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8711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CF367-4B6E-57C7-27BD-1BE3C66FC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4C06BD2-B022-228C-BB31-CD97591D5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7934343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Roles are defined with the following directory </a:t>
            </a:r>
            <a:r>
              <a:rPr lang="en-US">
                <a:ea typeface="+mn-lt"/>
                <a:cs typeface="+mn-lt"/>
              </a:rPr>
              <a:t>structure.</a:t>
            </a:r>
            <a:endParaRPr lang="en-US">
              <a:latin typeface="Consolas"/>
              <a:ea typeface="+mn-lt"/>
              <a:cs typeface="+mn-lt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C11DCF-8FA0-A7D7-FD94-B46E11F2C9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6. Roles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D8DE49-46AF-42B8-2441-82AF0D17C1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Role structure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74D723DE-3701-B7C7-CAE1-C84281E96E26}"/>
              </a:ext>
            </a:extLst>
          </p:cNvPr>
          <p:cNvSpPr txBox="1"/>
          <p:nvPr/>
        </p:nvSpPr>
        <p:spPr>
          <a:xfrm>
            <a:off x="8331855" y="1440619"/>
            <a:ext cx="3012833" cy="3970318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roles/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|-- nginx/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   |-- tasks/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    |   |--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main.yml</a:t>
            </a:r>
            <a:endParaRPr lang="en-US" dirty="0" err="1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   |-- handlers/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    |   |--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main.yml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   |-- templates/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   |-- files/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   |-- vars/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    |   |--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main.yml</a:t>
            </a:r>
            <a:endParaRPr lang="en-US" dirty="0" err="1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   |-- defaults/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    |   |--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main.yml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   |-- meta/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        |--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main.yml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00256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5E7B7-303A-75AD-C145-96767F7C8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E468B5B-B782-E17E-1490-F3D8066EA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7934343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The role's main automation is defined in </a:t>
            </a:r>
            <a:r>
              <a:rPr lang="en-US" dirty="0"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tasks/</a:t>
            </a:r>
            <a:r>
              <a:rPr lang="en-US" dirty="0" err="1"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main.yml</a:t>
            </a:r>
            <a:r>
              <a:rPr lang="en-US" dirty="0">
                <a:highlight>
                  <a:srgbClr val="C0C0C0"/>
                </a:highlight>
                <a:ea typeface="+mn-lt"/>
                <a:cs typeface="+mn-lt"/>
              </a:rPr>
              <a:t>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0CA3E6-6C1C-1D35-478D-5CABC60D86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6. Roles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DD41AC1-382E-6FF4-D9AD-0C25B23755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Role tasks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7A492BFC-1C41-351A-82F1-0C35B2D59829}"/>
              </a:ext>
            </a:extLst>
          </p:cNvPr>
          <p:cNvSpPr txBox="1"/>
          <p:nvPr/>
        </p:nvSpPr>
        <p:spPr>
          <a:xfrm>
            <a:off x="7241610" y="1440619"/>
            <a:ext cx="4103078" cy="3693319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solidFill>
                  <a:srgbClr val="9399B2"/>
                </a:solidFill>
                <a:ea typeface="+mn-lt"/>
                <a:cs typeface="+mn-lt"/>
              </a:rPr>
              <a:t># roles/nginx/tasks/</a:t>
            </a:r>
            <a:r>
              <a:rPr lang="en-US" i="1" dirty="0" err="1">
                <a:solidFill>
                  <a:srgbClr val="9399B2"/>
                </a:solidFill>
                <a:ea typeface="+mn-lt"/>
                <a:cs typeface="+mn-lt"/>
              </a:rPr>
              <a:t>main.yml</a:t>
            </a:r>
            <a:endParaRPr lang="en-US" i="1" dirty="0">
              <a:solidFill>
                <a:srgbClr val="9399B2"/>
              </a:solidFill>
              <a:ea typeface="+mn-lt"/>
              <a:cs typeface="+mn-lt"/>
            </a:endParaRPr>
          </a:p>
          <a:p>
            <a:endParaRPr lang="en-US" dirty="0"/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Install Nginx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ansible.builtin.apt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name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nginx</a:t>
            </a:r>
            <a:endParaRPr lang="en-US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state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present</a:t>
            </a:r>
            <a:endParaRPr lang="en-US"/>
          </a:p>
          <a:p>
            <a:br>
              <a:rPr lang="en-US" dirty="0"/>
            </a:b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Start Nginx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ansible.builtin.service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nginx</a:t>
            </a:r>
            <a:endParaRPr lang="en-US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state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started</a:t>
            </a:r>
            <a:endParaRPr lang="en-US"/>
          </a:p>
          <a:p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59568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2674D-E089-7495-22BF-5D7F363FB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DA59BFC-4E56-C566-53E9-45CCC5FA4D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6. Roles</a:t>
            </a:r>
          </a:p>
        </p:txBody>
      </p:sp>
    </p:spTree>
    <p:extLst>
      <p:ext uri="{BB962C8B-B14F-4D97-AF65-F5344CB8AC3E}">
        <p14:creationId xmlns:p14="http://schemas.microsoft.com/office/powerpoint/2010/main" val="20922893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88224-97A5-7680-F3A8-E95B7CA9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F10AF58-E5EB-6738-D6AC-9B255B8CE3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/>
              <a:t>7</a:t>
            </a:r>
            <a:r>
              <a:rPr lang="en-US" dirty="0"/>
              <a:t>. </a:t>
            </a:r>
            <a:r>
              <a:rPr lang="en-US"/>
              <a:t>Idempotency</a:t>
            </a:r>
          </a:p>
        </p:txBody>
      </p:sp>
    </p:spTree>
    <p:extLst>
      <p:ext uri="{BB962C8B-B14F-4D97-AF65-F5344CB8AC3E}">
        <p14:creationId xmlns:p14="http://schemas.microsoft.com/office/powerpoint/2010/main" val="23364690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93205-BF0C-5F9C-C5A2-F171D5FF7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ED862E5-DCE9-31C0-B7EA-A2233B509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030" y="2182814"/>
            <a:ext cx="10465733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 shell script usually tells the machine </a:t>
            </a:r>
            <a:r>
              <a:rPr lang="en-US" b="1">
                <a:ea typeface="+mn-lt"/>
                <a:cs typeface="+mn-lt"/>
              </a:rPr>
              <a:t>what to do.</a:t>
            </a:r>
          </a:p>
          <a:p>
            <a:pPr>
              <a:buNone/>
            </a:pPr>
            <a:endParaRPr lang="en-US" b="1" dirty="0">
              <a:ea typeface="+mn-lt"/>
              <a:cs typeface="+mn-lt"/>
            </a:endParaRPr>
          </a:p>
          <a:p>
            <a:pPr>
              <a:buNone/>
            </a:pPr>
            <a:endParaRPr lang="en-US" b="1" dirty="0">
              <a:ea typeface="+mn-lt"/>
              <a:cs typeface="+mn-lt"/>
            </a:endParaRPr>
          </a:p>
          <a:p>
            <a:pPr>
              <a:buNone/>
            </a:pPr>
            <a:endParaRPr lang="en-US" b="1" dirty="0"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The script assumes a particular starting state. Running the script again will not produce the same result on </a:t>
            </a:r>
            <a:r>
              <a:rPr lang="en-US">
                <a:ea typeface="+mn-lt"/>
                <a:cs typeface="+mn-lt"/>
              </a:rPr>
              <a:t>the</a:t>
            </a:r>
            <a:r>
              <a:rPr lang="en-US" dirty="0">
                <a:ea typeface="+mn-lt"/>
                <a:cs typeface="+mn-lt"/>
              </a:rPr>
              <a:t> machine's state.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8C1F10-7B00-F537-83A7-4EE3A32EE9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7. Idempo</a:t>
            </a:r>
            <a:r>
              <a:rPr lang="en-US"/>
              <a:t>tency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E7B2604-FAAE-0010-189A-EF9F606B76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The problem with scripts</a:t>
            </a:r>
            <a:endParaRPr lang="en-US"/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980CE15B-284E-FBD0-0B02-E64B74D3F40B}"/>
              </a:ext>
            </a:extLst>
          </p:cNvPr>
          <p:cNvSpPr txBox="1"/>
          <p:nvPr/>
        </p:nvSpPr>
        <p:spPr>
          <a:xfrm>
            <a:off x="887305" y="2829009"/>
            <a:ext cx="4044959" cy="1200329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>
                <a:solidFill>
                  <a:srgbClr val="F5C2E7"/>
                </a:solidFill>
                <a:ea typeface="+mn-lt"/>
                <a:cs typeface="+mn-lt"/>
              </a:rPr>
              <a:t>#!/bin/bash</a:t>
            </a:r>
            <a:endParaRPr lang="en-US"/>
          </a:p>
          <a:p>
            <a:r>
              <a:rPr lang="en-US" i="1">
                <a:solidFill>
                  <a:srgbClr val="89B4FA"/>
                </a:solidFill>
                <a:ea typeface="+mn-lt"/>
                <a:cs typeface="+mn-lt"/>
              </a:rPr>
              <a:t>apt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install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nginx</a:t>
            </a:r>
            <a:endParaRPr lang="en-US">
              <a:ea typeface="+mn-lt"/>
              <a:cs typeface="+mn-lt"/>
            </a:endParaRPr>
          </a:p>
          <a:p>
            <a:r>
              <a:rPr lang="en-US" i="1" dirty="0" err="1">
                <a:solidFill>
                  <a:srgbClr val="89B4FA"/>
                </a:solidFill>
                <a:ea typeface="+mn-lt"/>
                <a:cs typeface="+mn-lt"/>
              </a:rPr>
              <a:t>systemctl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start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nginx</a:t>
            </a:r>
            <a:endParaRPr lang="en-US" dirty="0">
              <a:ea typeface="+mn-lt"/>
              <a:cs typeface="+mn-lt"/>
            </a:endParaRPr>
          </a:p>
          <a:p>
            <a:r>
              <a:rPr lang="en-US" i="1" dirty="0">
                <a:solidFill>
                  <a:srgbClr val="F38BA8"/>
                </a:solidFill>
                <a:ea typeface="+mn-lt"/>
                <a:cs typeface="+mn-lt"/>
              </a:rPr>
              <a:t>echo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"server ready"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94E2D5"/>
                </a:solidFill>
                <a:ea typeface="+mn-lt"/>
                <a:cs typeface="+mn-lt"/>
              </a:rPr>
              <a:t>&gt;&gt;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etc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motd</a:t>
            </a:r>
            <a:endParaRPr lang="en-US" dirty="0" err="1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26989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A3ED8-8820-7B25-08CE-7FF7EABB0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9970D7C-6B88-A2EF-2718-1059CFA5B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030" y="2182814"/>
            <a:ext cx="10465733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An operation is </a:t>
            </a:r>
            <a:r>
              <a:rPr lang="en-US" b="1">
                <a:ea typeface="+mn-lt"/>
                <a:cs typeface="+mn-lt"/>
              </a:rPr>
              <a:t>idempotent</a:t>
            </a:r>
            <a:r>
              <a:rPr lang="en-US">
                <a:ea typeface="+mn-lt"/>
                <a:cs typeface="+mn-lt"/>
              </a:rPr>
              <a:t> when performing it multiple times produces the same final state as performing it once. The goal is not to prevent execution, but to prevent </a:t>
            </a:r>
            <a:r>
              <a:rPr lang="en-US" b="1">
                <a:ea typeface="+mn-lt"/>
                <a:cs typeface="+mn-lt"/>
              </a:rPr>
              <a:t>unnecessary changes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Idempotency is at the core of Ansible's (and </a:t>
            </a:r>
            <a:r>
              <a:rPr lang="en-US" dirty="0" err="1">
                <a:ea typeface="+mn-lt"/>
                <a:cs typeface="+mn-lt"/>
              </a:rPr>
              <a:t>Terraform's</a:t>
            </a:r>
            <a:r>
              <a:rPr lang="en-US" dirty="0">
                <a:ea typeface="+mn-lt"/>
                <a:cs typeface="+mn-lt"/>
              </a:rPr>
              <a:t>) philosophy.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1C2F8E-85B9-0F81-5C88-8D46115A0C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7. Idempo</a:t>
            </a:r>
            <a:r>
              <a:rPr lang="en-US"/>
              <a:t>tency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D33EDE8-0D7C-C6C3-BCC7-BF738454EB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Definition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214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F0315-1DE5-977D-4AA5-11CDE9836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80B5402-1832-E860-5E4D-A062ECA1A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030" y="2182814"/>
            <a:ext cx="10465733" cy="422847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Idempotency makes automation safe to run repeatedly.</a:t>
            </a:r>
            <a:endParaRPr lang="en-US">
              <a:ea typeface="Calibri"/>
              <a:cs typeface="Calibri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It provides: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Reproducibility</a:t>
            </a:r>
            <a:r>
              <a:rPr lang="en-US">
                <a:ea typeface="+mn-lt"/>
                <a:cs typeface="+mn-lt"/>
              </a:rPr>
              <a:t> - the same automation can be applied consistently, without causing damage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Reliability</a:t>
            </a:r>
            <a:r>
              <a:rPr lang="en-US">
                <a:ea typeface="+mn-lt"/>
                <a:cs typeface="+mn-lt"/>
              </a:rPr>
              <a:t> - avoids unnecessary modifications 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Recovery</a:t>
            </a:r>
            <a:r>
              <a:rPr lang="en-US">
                <a:ea typeface="+mn-lt"/>
                <a:cs typeface="+mn-lt"/>
              </a:rPr>
              <a:t> - failed runs can be executed again 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Safe re-execution -</a:t>
            </a:r>
            <a:r>
              <a:rPr lang="en-US">
                <a:ea typeface="+mn-lt"/>
                <a:cs typeface="+mn-lt"/>
              </a:rPr>
              <a:t> playbooks can run regularly without causing damage 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Drift correction</a:t>
            </a:r>
            <a:r>
              <a:rPr lang="en-US">
                <a:ea typeface="+mn-lt"/>
                <a:cs typeface="+mn-lt"/>
              </a:rPr>
              <a:t> - changes made outside Ansible can be corrected </a:t>
            </a:r>
            <a:endParaRPr lang="en-US">
              <a:ea typeface="Calibri"/>
              <a:cs typeface="Calibri"/>
            </a:endParaRPr>
          </a:p>
          <a:p>
            <a:pPr indent="0">
              <a:buNone/>
            </a:pPr>
            <a:r>
              <a:rPr lang="en-US">
                <a:ea typeface="+mn-lt"/>
                <a:cs typeface="+mn-lt"/>
              </a:rPr>
              <a:t>Ansible automation should be safe to run again.</a:t>
            </a:r>
            <a:endParaRPr lang="en-US">
              <a:ea typeface="Calibri"/>
              <a:cs typeface="Calibri"/>
            </a:endParaRP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0A27BE-0A33-12D5-23E8-67B52B813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7. Idempo</a:t>
            </a:r>
            <a:r>
              <a:rPr lang="en-US"/>
              <a:t>tency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CCCB1B-A2F7-F4DA-6405-CDD8498E2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Reliable Automation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131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22703-FB5F-AC0E-F5C6-0A81773E4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3A1C9EC-3EC5-0D50-1F2D-98BD7ACD4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584" y="2182814"/>
            <a:ext cx="5975795" cy="42284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Ansible tasks should describe </a:t>
            </a:r>
            <a:r>
              <a:rPr lang="en-US" b="1">
                <a:ea typeface="+mn-lt"/>
                <a:cs typeface="+mn-lt"/>
              </a:rPr>
              <a:t>what the system should look like</a:t>
            </a:r>
            <a:r>
              <a:rPr lang="en-US">
                <a:ea typeface="+mn-lt"/>
                <a:cs typeface="+mn-lt"/>
              </a:rPr>
              <a:t>, rather than simply issuing commands.</a:t>
            </a: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Ansible's tasks' output will reflect whether actions were needed to </a:t>
            </a:r>
            <a:r>
              <a:rPr lang="en-US">
                <a:ea typeface="+mn-lt"/>
                <a:cs typeface="+mn-lt"/>
              </a:rPr>
              <a:t>reach the desired state.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If nginx is absent -&gt; </a:t>
            </a:r>
            <a:r>
              <a:rPr lang="en-US"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changed</a:t>
            </a:r>
            <a:endParaRPr lang="en-US" dirty="0">
              <a:highlight>
                <a:srgbClr val="C0C0C0"/>
              </a:highlight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If nginx is present -&gt; </a:t>
            </a:r>
            <a:r>
              <a:rPr lang="en-US"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ok</a:t>
            </a:r>
            <a:endParaRPr lang="en-US" dirty="0">
              <a:highlight>
                <a:srgbClr val="C0C0C0"/>
              </a:highlight>
              <a:latin typeface="Consolas"/>
              <a:ea typeface="+mn-lt"/>
              <a:cs typeface="+mn-lt"/>
            </a:endParaRP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46D574C-D9FF-02E5-D311-52A7958195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7. Idempo</a:t>
            </a:r>
            <a:r>
              <a:rPr lang="en-US"/>
              <a:t>tency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11775FC-38DD-081C-9CB7-9C1969404E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Calibri"/>
                <a:cs typeface="Calibri"/>
              </a:rPr>
              <a:t>Idempotency in Ansible</a:t>
            </a:r>
            <a:endParaRPr lang="en-US"/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D4CF2304-6ED9-F222-F2BF-71C22A8B0749}"/>
              </a:ext>
            </a:extLst>
          </p:cNvPr>
          <p:cNvSpPr txBox="1"/>
          <p:nvPr/>
        </p:nvSpPr>
        <p:spPr>
          <a:xfrm>
            <a:off x="7299828" y="2817286"/>
            <a:ext cx="4044959" cy="1477328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Ensure Nginx is installed</a:t>
            </a: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ansible.builtin.apt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nginx</a:t>
            </a: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state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present</a:t>
            </a:r>
          </a:p>
          <a:p>
            <a:endParaRPr lang="en-US" i="1" dirty="0">
              <a:solidFill>
                <a:srgbClr val="F5C2E7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71157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E7033-42EA-3F36-7A7C-8E820AC38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F8C90DE-D837-DE2E-5ED9-991B80B6B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584" y="2182814"/>
            <a:ext cx="10723641" cy="43020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Idempotency is visible in task results. The first run modi</a:t>
            </a:r>
            <a:r>
              <a:rPr lang="en-US">
                <a:ea typeface="Calibri"/>
                <a:cs typeface="Calibri"/>
              </a:rPr>
              <a:t>fies the machine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5A87FF-9ABE-28EB-CE59-55AD2D1CC9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7. Idempo</a:t>
            </a:r>
            <a:r>
              <a:rPr lang="en-US"/>
              <a:t>tency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17D3E1-E54E-6546-1442-4634E5006D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Reading Ansible output</a:t>
            </a:r>
            <a:endParaRPr lang="en-US"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05453391-CF45-A8E1-F7FA-156861E72737}"/>
              </a:ext>
            </a:extLst>
          </p:cNvPr>
          <p:cNvSpPr txBox="1"/>
          <p:nvPr/>
        </p:nvSpPr>
        <p:spPr>
          <a:xfrm>
            <a:off x="957643" y="2617992"/>
            <a:ext cx="5252435" cy="646331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TASK [Ensure Nginx is installed]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changed: [server01]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2" name="Espace réservé du contenu 1">
            <a:extLst>
              <a:ext uri="{FF2B5EF4-FFF2-40B4-BE49-F238E27FC236}">
                <a16:creationId xmlns:a16="http://schemas.microsoft.com/office/drawing/2014/main" id="{1859E040-A7CB-686D-579E-7A68E764C20D}"/>
              </a:ext>
            </a:extLst>
          </p:cNvPr>
          <p:cNvSpPr txBox="1">
            <a:spLocks/>
          </p:cNvSpPr>
          <p:nvPr/>
        </p:nvSpPr>
        <p:spPr>
          <a:xfrm>
            <a:off x="852307" y="3425460"/>
            <a:ext cx="10723641" cy="4302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en-US" dirty="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15" name="Espace réservé du contenu 1">
            <a:extLst>
              <a:ext uri="{FF2B5EF4-FFF2-40B4-BE49-F238E27FC236}">
                <a16:creationId xmlns:a16="http://schemas.microsoft.com/office/drawing/2014/main" id="{6DE61155-40A3-3C3F-FB45-0BE1A379E639}"/>
              </a:ext>
            </a:extLst>
          </p:cNvPr>
          <p:cNvSpPr txBox="1">
            <a:spLocks/>
          </p:cNvSpPr>
          <p:nvPr/>
        </p:nvSpPr>
        <p:spPr>
          <a:xfrm>
            <a:off x="840584" y="3425460"/>
            <a:ext cx="10735364" cy="64121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dirty="0">
                <a:ea typeface="+mn-lt"/>
                <a:cs typeface="+mn-lt"/>
              </a:rPr>
              <a:t>Running the same playbook again shows that the second execution didn't </a:t>
            </a:r>
            <a:r>
              <a:rPr lang="en-US">
                <a:ea typeface="+mn-lt"/>
                <a:cs typeface="+mn-lt"/>
              </a:rPr>
              <a:t>modify the state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>
              <a:buFont typeface="Arial" panose="020B0604020202020204" pitchFamily="34" charset="0"/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18EFC0-C6E2-DBBE-588B-7BBB77A02F0C}"/>
              </a:ext>
            </a:extLst>
          </p:cNvPr>
          <p:cNvSpPr txBox="1"/>
          <p:nvPr/>
        </p:nvSpPr>
        <p:spPr>
          <a:xfrm>
            <a:off x="945919" y="4118545"/>
            <a:ext cx="5252435" cy="646331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TASK [Ensure Nginx is installed]</a:t>
            </a: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ok: [server01]</a:t>
            </a:r>
          </a:p>
        </p:txBody>
      </p:sp>
    </p:spTree>
    <p:extLst>
      <p:ext uri="{BB962C8B-B14F-4D97-AF65-F5344CB8AC3E}">
        <p14:creationId xmlns:p14="http://schemas.microsoft.com/office/powerpoint/2010/main" val="293643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929F8-3E03-CD66-724A-2A16A94A2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0A670D6-39E5-5190-9A88-C4CA9076B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584" y="2182814"/>
            <a:ext cx="5260688" cy="39822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Not all operations are idempotent. The following example will add a line in the file </a:t>
            </a:r>
            <a:r>
              <a:rPr lang="en-US" dirty="0" err="1">
                <a:ea typeface="+mn-lt"/>
                <a:cs typeface="+mn-lt"/>
              </a:rPr>
              <a:t>everytime</a:t>
            </a:r>
            <a:r>
              <a:rPr lang="en-US" dirty="0">
                <a:ea typeface="+mn-lt"/>
                <a:cs typeface="+mn-lt"/>
              </a:rPr>
              <a:t> the module is run.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r>
              <a:rPr lang="en-US">
                <a:ea typeface="Calibri"/>
                <a:cs typeface="Calibri"/>
              </a:rPr>
              <a:t>Prefer using idempotent modules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7E16A0-19A4-93EE-40C7-58A1296253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7. Idempo</a:t>
            </a:r>
            <a:r>
              <a:rPr lang="en-US"/>
              <a:t>tency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5CFAAE2-0D14-D391-E59A-0BD6834C29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Idempotent vs Non-Idempotent</a:t>
            </a:r>
            <a:endParaRPr lang="en-US"/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6ED08E5F-6628-9841-0D2D-7C5DBBB4D751}"/>
              </a:ext>
            </a:extLst>
          </p:cNvPr>
          <p:cNvSpPr txBox="1"/>
          <p:nvPr/>
        </p:nvSpPr>
        <p:spPr>
          <a:xfrm>
            <a:off x="6197858" y="2184239"/>
            <a:ext cx="5252435" cy="1200329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Add a line to a file</a:t>
            </a:r>
            <a:endParaRPr lang="en-US"/>
          </a:p>
          <a:p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ansible.builtin.shell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echo "hello" &gt;&gt; 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tmp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/example</a:t>
            </a:r>
            <a:br>
              <a:rPr lang="en-US" dirty="0">
                <a:solidFill>
                  <a:srgbClr val="A6E3A1"/>
                </a:solidFill>
                <a:ea typeface="+mn-lt"/>
                <a:cs typeface="+mn-lt"/>
              </a:rPr>
            </a:br>
            <a:endParaRPr lang="en-US">
              <a:ea typeface="Calibri"/>
              <a:cs typeface="Calibri"/>
            </a:endParaRPr>
          </a:p>
          <a:p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69AFA22A-2144-1975-7A4B-BD8F08065D1E}"/>
              </a:ext>
            </a:extLst>
          </p:cNvPr>
          <p:cNvSpPr txBox="1"/>
          <p:nvPr/>
        </p:nvSpPr>
        <p:spPr>
          <a:xfrm>
            <a:off x="6197857" y="3884084"/>
            <a:ext cx="5252435" cy="1754326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Ensure hello is present in the file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ansible.builtin.lineinfile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path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tmp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/example</a:t>
            </a:r>
            <a:endParaRPr lang="en-US" dirty="0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line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"hello"</a:t>
            </a:r>
            <a:endParaRPr lang="en-US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state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present</a:t>
            </a:r>
            <a:endParaRPr lang="en-US"/>
          </a:p>
          <a:p>
            <a:endParaRPr lang="en-US" dirty="0">
              <a:solidFill>
                <a:srgbClr val="A6E3A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44673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8DA3F-9498-5600-221D-D16E039CD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BE9F07B-8CE7-5C6E-8F50-46E68344A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7. Idempotency</a:t>
            </a:r>
          </a:p>
        </p:txBody>
      </p:sp>
    </p:spTree>
    <p:extLst>
      <p:ext uri="{BB962C8B-B14F-4D97-AF65-F5344CB8AC3E}">
        <p14:creationId xmlns:p14="http://schemas.microsoft.com/office/powerpoint/2010/main" val="4736472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7205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5962EC7E-FDEE-D84F-9BF9-F910FCF93787}" vid="{A8A75BDC-84E3-BB4E-B368-D9F6C207AC9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 Office</Template>
  <Application>Microsoft Office PowerPoint</Application>
  <PresentationFormat>Widescreen</PresentationFormat>
  <Slides>57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Thème Office</vt:lpstr>
      <vt:lpstr>Introduction to Ansible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Backends and Collaboration</dc:title>
  <dc:creator>Draltan Marin</dc:creator>
  <cp:revision>607</cp:revision>
  <dcterms:created xsi:type="dcterms:W3CDTF">2023-10-06T12:02:48Z</dcterms:created>
  <dcterms:modified xsi:type="dcterms:W3CDTF">2026-08-15T10:10:26Z</dcterms:modified>
</cp:coreProperties>
</file>