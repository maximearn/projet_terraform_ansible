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9" r:id="rId2"/>
    <p:sldId id="271" r:id="rId3"/>
    <p:sldId id="263" r:id="rId4"/>
    <p:sldId id="288" r:id="rId5"/>
    <p:sldId id="289" r:id="rId6"/>
    <p:sldId id="308" r:id="rId7"/>
    <p:sldId id="307" r:id="rId8"/>
    <p:sldId id="309" r:id="rId9"/>
    <p:sldId id="310" r:id="rId10"/>
    <p:sldId id="311" r:id="rId11"/>
    <p:sldId id="265" r:id="rId12"/>
    <p:sldId id="286" r:id="rId13"/>
    <p:sldId id="287" r:id="rId14"/>
    <p:sldId id="303" r:id="rId15"/>
    <p:sldId id="302" r:id="rId16"/>
    <p:sldId id="304" r:id="rId17"/>
    <p:sldId id="305" r:id="rId18"/>
    <p:sldId id="315" r:id="rId19"/>
    <p:sldId id="316" r:id="rId20"/>
    <p:sldId id="320" r:id="rId21"/>
    <p:sldId id="321" r:id="rId22"/>
    <p:sldId id="322" r:id="rId23"/>
    <p:sldId id="323" r:id="rId24"/>
    <p:sldId id="317" r:id="rId25"/>
    <p:sldId id="264"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C0A87D-4703-915A-AFDD-70D32191276F}" v="874" dt="2026-08-02T16:53:42.711"/>
    <p1510:client id="{F9F96E13-A5A1-9E37-420A-F6002BCD7E9B}" v="19" dt="2026-08-02T16:55:07.7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2"/>
    <p:restoredTop sz="90843"/>
  </p:normalViewPr>
  <p:slideViewPr>
    <p:cSldViewPr snapToGrid="0" snapToObjects="1">
      <p:cViewPr varScale="1">
        <p:scale>
          <a:sx n="142" d="100"/>
          <a:sy n="142" d="100"/>
        </p:scale>
        <p:origin x="1080"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z Pay" userId="S::amoz1.pay@supinfo.com::4d2f8cb2-b070-4ae8-bcd7-1f67ea500ae8" providerId="AD" clId="Web-{4FC0A87D-4703-915A-AFDD-70D32191276F}"/>
    <pc:docChg chg="addSld delSld modSld">
      <pc:chgData name="Amoz Pay" userId="S::amoz1.pay@supinfo.com::4d2f8cb2-b070-4ae8-bcd7-1f67ea500ae8" providerId="AD" clId="Web-{4FC0A87D-4703-915A-AFDD-70D32191276F}" dt="2026-08-02T16:53:42.727" v="845" actId="20577"/>
      <pc:docMkLst>
        <pc:docMk/>
      </pc:docMkLst>
      <pc:sldChg chg="modSp">
        <pc:chgData name="Amoz Pay" userId="S::amoz1.pay@supinfo.com::4d2f8cb2-b070-4ae8-bcd7-1f67ea500ae8" providerId="AD" clId="Web-{4FC0A87D-4703-915A-AFDD-70D32191276F}" dt="2026-08-02T14:34:13.136" v="9" actId="20577"/>
        <pc:sldMkLst>
          <pc:docMk/>
          <pc:sldMk cId="3619379987" sldId="259"/>
        </pc:sldMkLst>
        <pc:spChg chg="mod">
          <ac:chgData name="Amoz Pay" userId="S::amoz1.pay@supinfo.com::4d2f8cb2-b070-4ae8-bcd7-1f67ea500ae8" providerId="AD" clId="Web-{4FC0A87D-4703-915A-AFDD-70D32191276F}" dt="2026-08-02T14:34:13.136" v="9" actId="20577"/>
          <ac:spMkLst>
            <pc:docMk/>
            <pc:sldMk cId="3619379987" sldId="259"/>
            <ac:spMk id="2" creationId="{43BC06DC-4D1A-B2CB-5A63-A1C912BA9509}"/>
          </ac:spMkLst>
        </pc:spChg>
      </pc:sldChg>
      <pc:sldChg chg="del">
        <pc:chgData name="Amoz Pay" userId="S::amoz1.pay@supinfo.com::4d2f8cb2-b070-4ae8-bcd7-1f67ea500ae8" providerId="AD" clId="Web-{4FC0A87D-4703-915A-AFDD-70D32191276F}" dt="2026-08-02T14:49:12.305" v="84"/>
        <pc:sldMkLst>
          <pc:docMk/>
          <pc:sldMk cId="3902165929" sldId="262"/>
        </pc:sldMkLst>
      </pc:sldChg>
      <pc:sldChg chg="modSp">
        <pc:chgData name="Amoz Pay" userId="S::amoz1.pay@supinfo.com::4d2f8cb2-b070-4ae8-bcd7-1f67ea500ae8" providerId="AD" clId="Web-{4FC0A87D-4703-915A-AFDD-70D32191276F}" dt="2026-08-02T16:29:44.328" v="703" actId="20577"/>
        <pc:sldMkLst>
          <pc:docMk/>
          <pc:sldMk cId="3129097085" sldId="263"/>
        </pc:sldMkLst>
        <pc:spChg chg="mod">
          <ac:chgData name="Amoz Pay" userId="S::amoz1.pay@supinfo.com::4d2f8cb2-b070-4ae8-bcd7-1f67ea500ae8" providerId="AD" clId="Web-{4FC0A87D-4703-915A-AFDD-70D32191276F}" dt="2026-08-02T16:29:44.328" v="703" actId="20577"/>
          <ac:spMkLst>
            <pc:docMk/>
            <pc:sldMk cId="3129097085" sldId="263"/>
            <ac:spMk id="3" creationId="{3C3DD7B0-B0A8-8FDB-52AB-3930D01F1718}"/>
          </ac:spMkLst>
        </pc:spChg>
      </pc:sldChg>
      <pc:sldChg chg="modSp add del">
        <pc:chgData name="Amoz Pay" userId="S::amoz1.pay@supinfo.com::4d2f8cb2-b070-4ae8-bcd7-1f67ea500ae8" providerId="AD" clId="Web-{4FC0A87D-4703-915A-AFDD-70D32191276F}" dt="2026-08-02T15:06:15.523" v="158" actId="20577"/>
        <pc:sldMkLst>
          <pc:docMk/>
          <pc:sldMk cId="3269817791" sldId="265"/>
        </pc:sldMkLst>
        <pc:spChg chg="mod">
          <ac:chgData name="Amoz Pay" userId="S::amoz1.pay@supinfo.com::4d2f8cb2-b070-4ae8-bcd7-1f67ea500ae8" providerId="AD" clId="Web-{4FC0A87D-4703-915A-AFDD-70D32191276F}" dt="2026-08-02T15:06:15.523" v="158" actId="20577"/>
          <ac:spMkLst>
            <pc:docMk/>
            <pc:sldMk cId="3269817791" sldId="265"/>
            <ac:spMk id="2" creationId="{ACD917FE-5992-6BE9-8621-44D97D7369BC}"/>
          </ac:spMkLst>
        </pc:spChg>
      </pc:sldChg>
      <pc:sldChg chg="del">
        <pc:chgData name="Amoz Pay" userId="S::amoz1.pay@supinfo.com::4d2f8cb2-b070-4ae8-bcd7-1f67ea500ae8" providerId="AD" clId="Web-{4FC0A87D-4703-915A-AFDD-70D32191276F}" dt="2026-08-02T14:59:53.090" v="115"/>
        <pc:sldMkLst>
          <pc:docMk/>
          <pc:sldMk cId="4102911204" sldId="266"/>
        </pc:sldMkLst>
      </pc:sldChg>
      <pc:sldChg chg="modSp">
        <pc:chgData name="Amoz Pay" userId="S::amoz1.pay@supinfo.com::4d2f8cb2-b070-4ae8-bcd7-1f67ea500ae8" providerId="AD" clId="Web-{4FC0A87D-4703-915A-AFDD-70D32191276F}" dt="2026-08-02T15:15:10.993" v="224" actId="20577"/>
        <pc:sldMkLst>
          <pc:docMk/>
          <pc:sldMk cId="3611776961" sldId="271"/>
        </pc:sldMkLst>
        <pc:spChg chg="mod">
          <ac:chgData name="Amoz Pay" userId="S::amoz1.pay@supinfo.com::4d2f8cb2-b070-4ae8-bcd7-1f67ea500ae8" providerId="AD" clId="Web-{4FC0A87D-4703-915A-AFDD-70D32191276F}" dt="2026-08-02T15:15:10.993" v="224" actId="20577"/>
          <ac:spMkLst>
            <pc:docMk/>
            <pc:sldMk cId="3611776961" sldId="271"/>
            <ac:spMk id="2" creationId="{177649D1-4E1D-5D9D-0C8D-8F96CAFDE057}"/>
          </ac:spMkLst>
        </pc:spChg>
        <pc:spChg chg="mod">
          <ac:chgData name="Amoz Pay" userId="S::amoz1.pay@supinfo.com::4d2f8cb2-b070-4ae8-bcd7-1f67ea500ae8" providerId="AD" clId="Web-{4FC0A87D-4703-915A-AFDD-70D32191276F}" dt="2026-08-02T15:11:26.861" v="198" actId="20577"/>
          <ac:spMkLst>
            <pc:docMk/>
            <pc:sldMk cId="3611776961" sldId="271"/>
            <ac:spMk id="3" creationId="{18B94824-AC9C-1F69-CE01-033721EDBACC}"/>
          </ac:spMkLst>
        </pc:spChg>
      </pc:sldChg>
      <pc:sldChg chg="del">
        <pc:chgData name="Amoz Pay" userId="S::amoz1.pay@supinfo.com::4d2f8cb2-b070-4ae8-bcd7-1f67ea500ae8" providerId="AD" clId="Web-{4FC0A87D-4703-915A-AFDD-70D32191276F}" dt="2026-08-02T14:49:23.509" v="105"/>
        <pc:sldMkLst>
          <pc:docMk/>
          <pc:sldMk cId="4175511010" sldId="273"/>
        </pc:sldMkLst>
      </pc:sldChg>
      <pc:sldChg chg="del">
        <pc:chgData name="Amoz Pay" userId="S::amoz1.pay@supinfo.com::4d2f8cb2-b070-4ae8-bcd7-1f67ea500ae8" providerId="AD" clId="Web-{4FC0A87D-4703-915A-AFDD-70D32191276F}" dt="2026-08-02T14:49:13.165" v="85"/>
        <pc:sldMkLst>
          <pc:docMk/>
          <pc:sldMk cId="874998097" sldId="274"/>
        </pc:sldMkLst>
      </pc:sldChg>
      <pc:sldChg chg="del">
        <pc:chgData name="Amoz Pay" userId="S::amoz1.pay@supinfo.com::4d2f8cb2-b070-4ae8-bcd7-1f67ea500ae8" providerId="AD" clId="Web-{4FC0A87D-4703-915A-AFDD-70D32191276F}" dt="2026-08-02T14:49:23.509" v="110"/>
        <pc:sldMkLst>
          <pc:docMk/>
          <pc:sldMk cId="1051671023" sldId="275"/>
        </pc:sldMkLst>
      </pc:sldChg>
      <pc:sldChg chg="del">
        <pc:chgData name="Amoz Pay" userId="S::amoz1.pay@supinfo.com::4d2f8cb2-b070-4ae8-bcd7-1f67ea500ae8" providerId="AD" clId="Web-{4FC0A87D-4703-915A-AFDD-70D32191276F}" dt="2026-08-02T14:49:23.509" v="108"/>
        <pc:sldMkLst>
          <pc:docMk/>
          <pc:sldMk cId="1798050020" sldId="276"/>
        </pc:sldMkLst>
      </pc:sldChg>
      <pc:sldChg chg="del">
        <pc:chgData name="Amoz Pay" userId="S::amoz1.pay@supinfo.com::4d2f8cb2-b070-4ae8-bcd7-1f67ea500ae8" providerId="AD" clId="Web-{4FC0A87D-4703-915A-AFDD-70D32191276F}" dt="2026-08-02T14:49:23.509" v="109"/>
        <pc:sldMkLst>
          <pc:docMk/>
          <pc:sldMk cId="2496415433" sldId="277"/>
        </pc:sldMkLst>
      </pc:sldChg>
      <pc:sldChg chg="del">
        <pc:chgData name="Amoz Pay" userId="S::amoz1.pay@supinfo.com::4d2f8cb2-b070-4ae8-bcd7-1f67ea500ae8" providerId="AD" clId="Web-{4FC0A87D-4703-915A-AFDD-70D32191276F}" dt="2026-08-02T14:49:23.509" v="107"/>
        <pc:sldMkLst>
          <pc:docMk/>
          <pc:sldMk cId="4046348199" sldId="278"/>
        </pc:sldMkLst>
      </pc:sldChg>
      <pc:sldChg chg="del">
        <pc:chgData name="Amoz Pay" userId="S::amoz1.pay@supinfo.com::4d2f8cb2-b070-4ae8-bcd7-1f67ea500ae8" providerId="AD" clId="Web-{4FC0A87D-4703-915A-AFDD-70D32191276F}" dt="2026-08-02T14:49:23.509" v="106"/>
        <pc:sldMkLst>
          <pc:docMk/>
          <pc:sldMk cId="993705437" sldId="281"/>
        </pc:sldMkLst>
      </pc:sldChg>
      <pc:sldChg chg="del">
        <pc:chgData name="Amoz Pay" userId="S::amoz1.pay@supinfo.com::4d2f8cb2-b070-4ae8-bcd7-1f67ea500ae8" providerId="AD" clId="Web-{4FC0A87D-4703-915A-AFDD-70D32191276F}" dt="2026-08-02T14:49:23.509" v="103"/>
        <pc:sldMkLst>
          <pc:docMk/>
          <pc:sldMk cId="1319509358" sldId="282"/>
        </pc:sldMkLst>
      </pc:sldChg>
      <pc:sldChg chg="del">
        <pc:chgData name="Amoz Pay" userId="S::amoz1.pay@supinfo.com::4d2f8cb2-b070-4ae8-bcd7-1f67ea500ae8" providerId="AD" clId="Web-{4FC0A87D-4703-915A-AFDD-70D32191276F}" dt="2026-08-02T14:49:23.509" v="102"/>
        <pc:sldMkLst>
          <pc:docMk/>
          <pc:sldMk cId="3378154064" sldId="283"/>
        </pc:sldMkLst>
      </pc:sldChg>
      <pc:sldChg chg="del">
        <pc:chgData name="Amoz Pay" userId="S::amoz1.pay@supinfo.com::4d2f8cb2-b070-4ae8-bcd7-1f67ea500ae8" providerId="AD" clId="Web-{4FC0A87D-4703-915A-AFDD-70D32191276F}" dt="2026-08-02T14:49:23.477" v="90"/>
        <pc:sldMkLst>
          <pc:docMk/>
          <pc:sldMk cId="37249671" sldId="284"/>
        </pc:sldMkLst>
      </pc:sldChg>
      <pc:sldChg chg="del">
        <pc:chgData name="Amoz Pay" userId="S::amoz1.pay@supinfo.com::4d2f8cb2-b070-4ae8-bcd7-1f67ea500ae8" providerId="AD" clId="Web-{4FC0A87D-4703-915A-AFDD-70D32191276F}" dt="2026-08-02T14:49:23.477" v="89"/>
        <pc:sldMkLst>
          <pc:docMk/>
          <pc:sldMk cId="3045943610" sldId="285"/>
        </pc:sldMkLst>
      </pc:sldChg>
      <pc:sldChg chg="modSp">
        <pc:chgData name="Amoz Pay" userId="S::amoz1.pay@supinfo.com::4d2f8cb2-b070-4ae8-bcd7-1f67ea500ae8" providerId="AD" clId="Web-{4FC0A87D-4703-915A-AFDD-70D32191276F}" dt="2026-08-02T14:59:31.496" v="112" actId="20577"/>
        <pc:sldMkLst>
          <pc:docMk/>
          <pc:sldMk cId="29706087" sldId="286"/>
        </pc:sldMkLst>
        <pc:spChg chg="mod">
          <ac:chgData name="Amoz Pay" userId="S::amoz1.pay@supinfo.com::4d2f8cb2-b070-4ae8-bcd7-1f67ea500ae8" providerId="AD" clId="Web-{4FC0A87D-4703-915A-AFDD-70D32191276F}" dt="2026-08-02T14:59:31.496" v="112" actId="20577"/>
          <ac:spMkLst>
            <pc:docMk/>
            <pc:sldMk cId="29706087" sldId="286"/>
            <ac:spMk id="2" creationId="{80E105F3-BC36-9B9A-805E-53C6C674CA4F}"/>
          </ac:spMkLst>
        </pc:spChg>
      </pc:sldChg>
      <pc:sldChg chg="modSp">
        <pc:chgData name="Amoz Pay" userId="S::amoz1.pay@supinfo.com::4d2f8cb2-b070-4ae8-bcd7-1f67ea500ae8" providerId="AD" clId="Web-{4FC0A87D-4703-915A-AFDD-70D32191276F}" dt="2026-08-02T14:59:34.652" v="113" actId="20577"/>
        <pc:sldMkLst>
          <pc:docMk/>
          <pc:sldMk cId="2675105401" sldId="287"/>
        </pc:sldMkLst>
        <pc:spChg chg="mod">
          <ac:chgData name="Amoz Pay" userId="S::amoz1.pay@supinfo.com::4d2f8cb2-b070-4ae8-bcd7-1f67ea500ae8" providerId="AD" clId="Web-{4FC0A87D-4703-915A-AFDD-70D32191276F}" dt="2026-08-02T14:59:34.652" v="113" actId="20577"/>
          <ac:spMkLst>
            <pc:docMk/>
            <pc:sldMk cId="2675105401" sldId="287"/>
            <ac:spMk id="4" creationId="{87946A6F-F600-CBE7-6472-EA7843C29B60}"/>
          </ac:spMkLst>
        </pc:spChg>
      </pc:sldChg>
      <pc:sldChg chg="modSp add del">
        <pc:chgData name="Amoz Pay" userId="S::amoz1.pay@supinfo.com::4d2f8cb2-b070-4ae8-bcd7-1f67ea500ae8" providerId="AD" clId="Web-{4FC0A87D-4703-915A-AFDD-70D32191276F}" dt="2026-08-02T15:00:29.763" v="136" actId="20577"/>
        <pc:sldMkLst>
          <pc:docMk/>
          <pc:sldMk cId="1052856466" sldId="288"/>
        </pc:sldMkLst>
        <pc:spChg chg="mod">
          <ac:chgData name="Amoz Pay" userId="S::amoz1.pay@supinfo.com::4d2f8cb2-b070-4ae8-bcd7-1f67ea500ae8" providerId="AD" clId="Web-{4FC0A87D-4703-915A-AFDD-70D32191276F}" dt="2026-08-02T15:00:29.763" v="136" actId="20577"/>
          <ac:spMkLst>
            <pc:docMk/>
            <pc:sldMk cId="1052856466" sldId="288"/>
            <ac:spMk id="2" creationId="{80E105F3-BC36-9B9A-805E-53C6C674CA4F}"/>
          </ac:spMkLst>
        </pc:spChg>
      </pc:sldChg>
      <pc:sldChg chg="modSp add del">
        <pc:chgData name="Amoz Pay" userId="S::amoz1.pay@supinfo.com::4d2f8cb2-b070-4ae8-bcd7-1f67ea500ae8" providerId="AD" clId="Web-{4FC0A87D-4703-915A-AFDD-70D32191276F}" dt="2026-08-02T15:00:31.794" v="137" actId="20577"/>
        <pc:sldMkLst>
          <pc:docMk/>
          <pc:sldMk cId="2035322360" sldId="289"/>
        </pc:sldMkLst>
        <pc:spChg chg="mod">
          <ac:chgData name="Amoz Pay" userId="S::amoz1.pay@supinfo.com::4d2f8cb2-b070-4ae8-bcd7-1f67ea500ae8" providerId="AD" clId="Web-{4FC0A87D-4703-915A-AFDD-70D32191276F}" dt="2026-08-02T15:00:31.794" v="137" actId="20577"/>
          <ac:spMkLst>
            <pc:docMk/>
            <pc:sldMk cId="2035322360" sldId="289"/>
            <ac:spMk id="4" creationId="{87946A6F-F600-CBE7-6472-EA7843C29B60}"/>
          </ac:spMkLst>
        </pc:spChg>
      </pc:sldChg>
      <pc:sldChg chg="del">
        <pc:chgData name="Amoz Pay" userId="S::amoz1.pay@supinfo.com::4d2f8cb2-b070-4ae8-bcd7-1f67ea500ae8" providerId="AD" clId="Web-{4FC0A87D-4703-915A-AFDD-70D32191276F}" dt="2026-08-02T14:49:23.493" v="99"/>
        <pc:sldMkLst>
          <pc:docMk/>
          <pc:sldMk cId="4169781122" sldId="290"/>
        </pc:sldMkLst>
      </pc:sldChg>
      <pc:sldChg chg="del">
        <pc:chgData name="Amoz Pay" userId="S::amoz1.pay@supinfo.com::4d2f8cb2-b070-4ae8-bcd7-1f67ea500ae8" providerId="AD" clId="Web-{4FC0A87D-4703-915A-AFDD-70D32191276F}" dt="2026-08-02T14:49:23.493" v="98"/>
        <pc:sldMkLst>
          <pc:docMk/>
          <pc:sldMk cId="3030269440" sldId="291"/>
        </pc:sldMkLst>
      </pc:sldChg>
      <pc:sldChg chg="del">
        <pc:chgData name="Amoz Pay" userId="S::amoz1.pay@supinfo.com::4d2f8cb2-b070-4ae8-bcd7-1f67ea500ae8" providerId="AD" clId="Web-{4FC0A87D-4703-915A-AFDD-70D32191276F}" dt="2026-08-02T14:49:23.493" v="97"/>
        <pc:sldMkLst>
          <pc:docMk/>
          <pc:sldMk cId="3355946124" sldId="292"/>
        </pc:sldMkLst>
      </pc:sldChg>
      <pc:sldChg chg="del">
        <pc:chgData name="Amoz Pay" userId="S::amoz1.pay@supinfo.com::4d2f8cb2-b070-4ae8-bcd7-1f67ea500ae8" providerId="AD" clId="Web-{4FC0A87D-4703-915A-AFDD-70D32191276F}" dt="2026-08-02T14:49:23.493" v="96"/>
        <pc:sldMkLst>
          <pc:docMk/>
          <pc:sldMk cId="1979533319" sldId="293"/>
        </pc:sldMkLst>
      </pc:sldChg>
      <pc:sldChg chg="del">
        <pc:chgData name="Amoz Pay" userId="S::amoz1.pay@supinfo.com::4d2f8cb2-b070-4ae8-bcd7-1f67ea500ae8" providerId="AD" clId="Web-{4FC0A87D-4703-915A-AFDD-70D32191276F}" dt="2026-08-02T14:49:23.493" v="95"/>
        <pc:sldMkLst>
          <pc:docMk/>
          <pc:sldMk cId="1963490741" sldId="294"/>
        </pc:sldMkLst>
      </pc:sldChg>
      <pc:sldChg chg="del">
        <pc:chgData name="Amoz Pay" userId="S::amoz1.pay@supinfo.com::4d2f8cb2-b070-4ae8-bcd7-1f67ea500ae8" providerId="AD" clId="Web-{4FC0A87D-4703-915A-AFDD-70D32191276F}" dt="2026-08-02T14:49:23.493" v="94"/>
        <pc:sldMkLst>
          <pc:docMk/>
          <pc:sldMk cId="1146262976" sldId="295"/>
        </pc:sldMkLst>
      </pc:sldChg>
      <pc:sldChg chg="del">
        <pc:chgData name="Amoz Pay" userId="S::amoz1.pay@supinfo.com::4d2f8cb2-b070-4ae8-bcd7-1f67ea500ae8" providerId="AD" clId="Web-{4FC0A87D-4703-915A-AFDD-70D32191276F}" dt="2026-08-02T14:49:23.493" v="93"/>
        <pc:sldMkLst>
          <pc:docMk/>
          <pc:sldMk cId="4179441743" sldId="296"/>
        </pc:sldMkLst>
      </pc:sldChg>
      <pc:sldChg chg="del">
        <pc:chgData name="Amoz Pay" userId="S::amoz1.pay@supinfo.com::4d2f8cb2-b070-4ae8-bcd7-1f67ea500ae8" providerId="AD" clId="Web-{4FC0A87D-4703-915A-AFDD-70D32191276F}" dt="2026-08-02T14:49:23.493" v="92"/>
        <pc:sldMkLst>
          <pc:docMk/>
          <pc:sldMk cId="3037438867" sldId="297"/>
        </pc:sldMkLst>
      </pc:sldChg>
      <pc:sldChg chg="del">
        <pc:chgData name="Amoz Pay" userId="S::amoz1.pay@supinfo.com::4d2f8cb2-b070-4ae8-bcd7-1f67ea500ae8" providerId="AD" clId="Web-{4FC0A87D-4703-915A-AFDD-70D32191276F}" dt="2026-08-02T14:49:23.477" v="87"/>
        <pc:sldMkLst>
          <pc:docMk/>
          <pc:sldMk cId="925313364" sldId="298"/>
        </pc:sldMkLst>
      </pc:sldChg>
      <pc:sldChg chg="del">
        <pc:chgData name="Amoz Pay" userId="S::amoz1.pay@supinfo.com::4d2f8cb2-b070-4ae8-bcd7-1f67ea500ae8" providerId="AD" clId="Web-{4FC0A87D-4703-915A-AFDD-70D32191276F}" dt="2026-08-02T14:49:23.477" v="88"/>
        <pc:sldMkLst>
          <pc:docMk/>
          <pc:sldMk cId="3615476582" sldId="299"/>
        </pc:sldMkLst>
      </pc:sldChg>
      <pc:sldChg chg="del">
        <pc:chgData name="Amoz Pay" userId="S::amoz1.pay@supinfo.com::4d2f8cb2-b070-4ae8-bcd7-1f67ea500ae8" providerId="AD" clId="Web-{4FC0A87D-4703-915A-AFDD-70D32191276F}" dt="2026-08-02T14:49:23.493" v="101"/>
        <pc:sldMkLst>
          <pc:docMk/>
          <pc:sldMk cId="4141491150" sldId="300"/>
        </pc:sldMkLst>
      </pc:sldChg>
      <pc:sldChg chg="del">
        <pc:chgData name="Amoz Pay" userId="S::amoz1.pay@supinfo.com::4d2f8cb2-b070-4ae8-bcd7-1f67ea500ae8" providerId="AD" clId="Web-{4FC0A87D-4703-915A-AFDD-70D32191276F}" dt="2026-08-02T14:49:23.493" v="100"/>
        <pc:sldMkLst>
          <pc:docMk/>
          <pc:sldMk cId="2465994324" sldId="301"/>
        </pc:sldMkLst>
      </pc:sldChg>
      <pc:sldChg chg="modSp">
        <pc:chgData name="Amoz Pay" userId="S::amoz1.pay@supinfo.com::4d2f8cb2-b070-4ae8-bcd7-1f67ea500ae8" providerId="AD" clId="Web-{4FC0A87D-4703-915A-AFDD-70D32191276F}" dt="2026-08-02T15:00:06.997" v="116" actId="20577"/>
        <pc:sldMkLst>
          <pc:docMk/>
          <pc:sldMk cId="1262819878" sldId="302"/>
        </pc:sldMkLst>
        <pc:spChg chg="mod">
          <ac:chgData name="Amoz Pay" userId="S::amoz1.pay@supinfo.com::4d2f8cb2-b070-4ae8-bcd7-1f67ea500ae8" providerId="AD" clId="Web-{4FC0A87D-4703-915A-AFDD-70D32191276F}" dt="2026-08-02T15:00:06.997" v="116" actId="20577"/>
          <ac:spMkLst>
            <pc:docMk/>
            <pc:sldMk cId="1262819878" sldId="302"/>
            <ac:spMk id="6" creationId="{6607C8F3-A6CB-1C57-D556-7D4ED9B70CEA}"/>
          </ac:spMkLst>
        </pc:spChg>
      </pc:sldChg>
      <pc:sldChg chg="modSp">
        <pc:chgData name="Amoz Pay" userId="S::amoz1.pay@supinfo.com::4d2f8cb2-b070-4ae8-bcd7-1f67ea500ae8" providerId="AD" clId="Web-{4FC0A87D-4703-915A-AFDD-70D32191276F}" dt="2026-08-02T14:59:37.324" v="114" actId="20577"/>
        <pc:sldMkLst>
          <pc:docMk/>
          <pc:sldMk cId="845481517" sldId="303"/>
        </pc:sldMkLst>
        <pc:spChg chg="mod">
          <ac:chgData name="Amoz Pay" userId="S::amoz1.pay@supinfo.com::4d2f8cb2-b070-4ae8-bcd7-1f67ea500ae8" providerId="AD" clId="Web-{4FC0A87D-4703-915A-AFDD-70D32191276F}" dt="2026-08-02T14:59:37.324" v="114" actId="20577"/>
          <ac:spMkLst>
            <pc:docMk/>
            <pc:sldMk cId="845481517" sldId="303"/>
            <ac:spMk id="4" creationId="{87946A6F-F600-CBE7-6472-EA7843C29B60}"/>
          </ac:spMkLst>
        </pc:spChg>
      </pc:sldChg>
      <pc:sldChg chg="modSp">
        <pc:chgData name="Amoz Pay" userId="S::amoz1.pay@supinfo.com::4d2f8cb2-b070-4ae8-bcd7-1f67ea500ae8" providerId="AD" clId="Web-{4FC0A87D-4703-915A-AFDD-70D32191276F}" dt="2026-08-02T15:00:11.356" v="117" actId="20577"/>
        <pc:sldMkLst>
          <pc:docMk/>
          <pc:sldMk cId="414779866" sldId="304"/>
        </pc:sldMkLst>
        <pc:spChg chg="mod">
          <ac:chgData name="Amoz Pay" userId="S::amoz1.pay@supinfo.com::4d2f8cb2-b070-4ae8-bcd7-1f67ea500ae8" providerId="AD" clId="Web-{4FC0A87D-4703-915A-AFDD-70D32191276F}" dt="2026-08-02T15:00:11.356" v="117" actId="20577"/>
          <ac:spMkLst>
            <pc:docMk/>
            <pc:sldMk cId="414779866" sldId="304"/>
            <ac:spMk id="4" creationId="{87946A6F-F600-CBE7-6472-EA7843C29B60}"/>
          </ac:spMkLst>
        </pc:spChg>
      </pc:sldChg>
      <pc:sldChg chg="modSp">
        <pc:chgData name="Amoz Pay" userId="S::amoz1.pay@supinfo.com::4d2f8cb2-b070-4ae8-bcd7-1f67ea500ae8" providerId="AD" clId="Web-{4FC0A87D-4703-915A-AFDD-70D32191276F}" dt="2026-08-02T15:00:15.325" v="118" actId="20577"/>
        <pc:sldMkLst>
          <pc:docMk/>
          <pc:sldMk cId="102004844" sldId="305"/>
        </pc:sldMkLst>
        <pc:spChg chg="mod">
          <ac:chgData name="Amoz Pay" userId="S::amoz1.pay@supinfo.com::4d2f8cb2-b070-4ae8-bcd7-1f67ea500ae8" providerId="AD" clId="Web-{4FC0A87D-4703-915A-AFDD-70D32191276F}" dt="2026-08-02T15:00:15.325" v="118" actId="20577"/>
          <ac:spMkLst>
            <pc:docMk/>
            <pc:sldMk cId="102004844" sldId="305"/>
            <ac:spMk id="4" creationId="{6E84823D-0417-859B-4311-FD50B9753F5B}"/>
          </ac:spMkLst>
        </pc:spChg>
      </pc:sldChg>
      <pc:sldChg chg="modSp add del">
        <pc:chgData name="Amoz Pay" userId="S::amoz1.pay@supinfo.com::4d2f8cb2-b070-4ae8-bcd7-1f67ea500ae8" providerId="AD" clId="Web-{4FC0A87D-4703-915A-AFDD-70D32191276F}" dt="2026-08-02T15:00:36.060" v="139" actId="20577"/>
        <pc:sldMkLst>
          <pc:docMk/>
          <pc:sldMk cId="512198955" sldId="307"/>
        </pc:sldMkLst>
        <pc:spChg chg="mod">
          <ac:chgData name="Amoz Pay" userId="S::amoz1.pay@supinfo.com::4d2f8cb2-b070-4ae8-bcd7-1f67ea500ae8" providerId="AD" clId="Web-{4FC0A87D-4703-915A-AFDD-70D32191276F}" dt="2026-08-02T15:00:36.060" v="139" actId="20577"/>
          <ac:spMkLst>
            <pc:docMk/>
            <pc:sldMk cId="512198955" sldId="307"/>
            <ac:spMk id="3" creationId="{AC84F247-6565-7F5F-F2CD-7344EC9B79D2}"/>
          </ac:spMkLst>
        </pc:spChg>
      </pc:sldChg>
      <pc:sldChg chg="modSp add del">
        <pc:chgData name="Amoz Pay" userId="S::amoz1.pay@supinfo.com::4d2f8cb2-b070-4ae8-bcd7-1f67ea500ae8" providerId="AD" clId="Web-{4FC0A87D-4703-915A-AFDD-70D32191276F}" dt="2026-08-02T15:00:33.935" v="138" actId="20577"/>
        <pc:sldMkLst>
          <pc:docMk/>
          <pc:sldMk cId="1869380974" sldId="308"/>
        </pc:sldMkLst>
        <pc:spChg chg="mod">
          <ac:chgData name="Amoz Pay" userId="S::amoz1.pay@supinfo.com::4d2f8cb2-b070-4ae8-bcd7-1f67ea500ae8" providerId="AD" clId="Web-{4FC0A87D-4703-915A-AFDD-70D32191276F}" dt="2026-08-02T15:00:33.935" v="138" actId="20577"/>
          <ac:spMkLst>
            <pc:docMk/>
            <pc:sldMk cId="1869380974" sldId="308"/>
            <ac:spMk id="4" creationId="{87946A6F-F600-CBE7-6472-EA7843C29B60}"/>
          </ac:spMkLst>
        </pc:spChg>
      </pc:sldChg>
      <pc:sldChg chg="modSp add del">
        <pc:chgData name="Amoz Pay" userId="S::amoz1.pay@supinfo.com::4d2f8cb2-b070-4ae8-bcd7-1f67ea500ae8" providerId="AD" clId="Web-{4FC0A87D-4703-915A-AFDD-70D32191276F}" dt="2026-08-02T15:00:38.576" v="140" actId="20577"/>
        <pc:sldMkLst>
          <pc:docMk/>
          <pc:sldMk cId="1514217233" sldId="309"/>
        </pc:sldMkLst>
        <pc:spChg chg="mod">
          <ac:chgData name="Amoz Pay" userId="S::amoz1.pay@supinfo.com::4d2f8cb2-b070-4ae8-bcd7-1f67ea500ae8" providerId="AD" clId="Web-{4FC0A87D-4703-915A-AFDD-70D32191276F}" dt="2026-08-02T15:00:38.576" v="140" actId="20577"/>
          <ac:spMkLst>
            <pc:docMk/>
            <pc:sldMk cId="1514217233" sldId="309"/>
            <ac:spMk id="4" creationId="{87946A6F-F600-CBE7-6472-EA7843C29B60}"/>
          </ac:spMkLst>
        </pc:spChg>
      </pc:sldChg>
      <pc:sldChg chg="modSp add del">
        <pc:chgData name="Amoz Pay" userId="S::amoz1.pay@supinfo.com::4d2f8cb2-b070-4ae8-bcd7-1f67ea500ae8" providerId="AD" clId="Web-{4FC0A87D-4703-915A-AFDD-70D32191276F}" dt="2026-08-02T15:00:41.154" v="141" actId="20577"/>
        <pc:sldMkLst>
          <pc:docMk/>
          <pc:sldMk cId="301508152" sldId="310"/>
        </pc:sldMkLst>
        <pc:spChg chg="mod">
          <ac:chgData name="Amoz Pay" userId="S::amoz1.pay@supinfo.com::4d2f8cb2-b070-4ae8-bcd7-1f67ea500ae8" providerId="AD" clId="Web-{4FC0A87D-4703-915A-AFDD-70D32191276F}" dt="2026-08-02T15:00:41.154" v="141" actId="20577"/>
          <ac:spMkLst>
            <pc:docMk/>
            <pc:sldMk cId="301508152" sldId="310"/>
            <ac:spMk id="4" creationId="{87946A6F-F600-CBE7-6472-EA7843C29B60}"/>
          </ac:spMkLst>
        </pc:spChg>
      </pc:sldChg>
      <pc:sldChg chg="modSp add del">
        <pc:chgData name="Amoz Pay" userId="S::amoz1.pay@supinfo.com::4d2f8cb2-b070-4ae8-bcd7-1f67ea500ae8" providerId="AD" clId="Web-{4FC0A87D-4703-915A-AFDD-70D32191276F}" dt="2026-08-02T15:00:45.170" v="142" actId="20577"/>
        <pc:sldMkLst>
          <pc:docMk/>
          <pc:sldMk cId="272346589" sldId="311"/>
        </pc:sldMkLst>
        <pc:spChg chg="mod">
          <ac:chgData name="Amoz Pay" userId="S::amoz1.pay@supinfo.com::4d2f8cb2-b070-4ae8-bcd7-1f67ea500ae8" providerId="AD" clId="Web-{4FC0A87D-4703-915A-AFDD-70D32191276F}" dt="2026-08-02T15:00:45.170" v="142" actId="20577"/>
          <ac:spMkLst>
            <pc:docMk/>
            <pc:sldMk cId="272346589" sldId="311"/>
            <ac:spMk id="4" creationId="{87946A6F-F600-CBE7-6472-EA7843C29B60}"/>
          </ac:spMkLst>
        </pc:spChg>
      </pc:sldChg>
      <pc:sldChg chg="del">
        <pc:chgData name="Amoz Pay" userId="S::amoz1.pay@supinfo.com::4d2f8cb2-b070-4ae8-bcd7-1f67ea500ae8" providerId="AD" clId="Web-{4FC0A87D-4703-915A-AFDD-70D32191276F}" dt="2026-08-02T14:49:23.509" v="104"/>
        <pc:sldMkLst>
          <pc:docMk/>
          <pc:sldMk cId="4286210476" sldId="312"/>
        </pc:sldMkLst>
      </pc:sldChg>
      <pc:sldChg chg="del">
        <pc:chgData name="Amoz Pay" userId="S::amoz1.pay@supinfo.com::4d2f8cb2-b070-4ae8-bcd7-1f67ea500ae8" providerId="AD" clId="Web-{4FC0A87D-4703-915A-AFDD-70D32191276F}" dt="2026-08-02T14:49:23.493" v="91"/>
        <pc:sldMkLst>
          <pc:docMk/>
          <pc:sldMk cId="4166674631" sldId="313"/>
        </pc:sldMkLst>
      </pc:sldChg>
      <pc:sldChg chg="del">
        <pc:chgData name="Amoz Pay" userId="S::amoz1.pay@supinfo.com::4d2f8cb2-b070-4ae8-bcd7-1f67ea500ae8" providerId="AD" clId="Web-{4FC0A87D-4703-915A-AFDD-70D32191276F}" dt="2026-08-02T14:49:23.477" v="86"/>
        <pc:sldMkLst>
          <pc:docMk/>
          <pc:sldMk cId="458731255" sldId="314"/>
        </pc:sldMkLst>
      </pc:sldChg>
      <pc:sldChg chg="modSp">
        <pc:chgData name="Amoz Pay" userId="S::amoz1.pay@supinfo.com::4d2f8cb2-b070-4ae8-bcd7-1f67ea500ae8" providerId="AD" clId="Web-{4FC0A87D-4703-915A-AFDD-70D32191276F}" dt="2026-08-02T15:00:18.028" v="119" actId="20577"/>
        <pc:sldMkLst>
          <pc:docMk/>
          <pc:sldMk cId="3622712402" sldId="315"/>
        </pc:sldMkLst>
        <pc:spChg chg="mod">
          <ac:chgData name="Amoz Pay" userId="S::amoz1.pay@supinfo.com::4d2f8cb2-b070-4ae8-bcd7-1f67ea500ae8" providerId="AD" clId="Web-{4FC0A87D-4703-915A-AFDD-70D32191276F}" dt="2026-08-02T15:00:18.028" v="119" actId="20577"/>
          <ac:spMkLst>
            <pc:docMk/>
            <pc:sldMk cId="3622712402" sldId="315"/>
            <ac:spMk id="2" creationId="{84AA6663-E393-EFFB-857A-9146699D004B}"/>
          </ac:spMkLst>
        </pc:spChg>
      </pc:sldChg>
      <pc:sldChg chg="modSp add replId">
        <pc:chgData name="Amoz Pay" userId="S::amoz1.pay@supinfo.com::4d2f8cb2-b070-4ae8-bcd7-1f67ea500ae8" providerId="AD" clId="Web-{4FC0A87D-4703-915A-AFDD-70D32191276F}" dt="2026-08-02T15:06:57.540" v="165" actId="20577"/>
        <pc:sldMkLst>
          <pc:docMk/>
          <pc:sldMk cId="3759967660" sldId="316"/>
        </pc:sldMkLst>
        <pc:spChg chg="mod">
          <ac:chgData name="Amoz Pay" userId="S::amoz1.pay@supinfo.com::4d2f8cb2-b070-4ae8-bcd7-1f67ea500ae8" providerId="AD" clId="Web-{4FC0A87D-4703-915A-AFDD-70D32191276F}" dt="2026-08-02T15:06:57.540" v="165" actId="20577"/>
          <ac:spMkLst>
            <pc:docMk/>
            <pc:sldMk cId="3759967660" sldId="316"/>
            <ac:spMk id="2" creationId="{E70FD43E-2756-39D7-96FF-A114088D5134}"/>
          </ac:spMkLst>
        </pc:spChg>
      </pc:sldChg>
      <pc:sldChg chg="modSp add replId">
        <pc:chgData name="Amoz Pay" userId="S::amoz1.pay@supinfo.com::4d2f8cb2-b070-4ae8-bcd7-1f67ea500ae8" providerId="AD" clId="Web-{4FC0A87D-4703-915A-AFDD-70D32191276F}" dt="2026-08-02T15:07:14.478" v="175" actId="20577"/>
        <pc:sldMkLst>
          <pc:docMk/>
          <pc:sldMk cId="706562796" sldId="317"/>
        </pc:sldMkLst>
        <pc:spChg chg="mod">
          <ac:chgData name="Amoz Pay" userId="S::amoz1.pay@supinfo.com::4d2f8cb2-b070-4ae8-bcd7-1f67ea500ae8" providerId="AD" clId="Web-{4FC0A87D-4703-915A-AFDD-70D32191276F}" dt="2026-08-02T15:07:14.478" v="175" actId="20577"/>
          <ac:spMkLst>
            <pc:docMk/>
            <pc:sldMk cId="706562796" sldId="317"/>
            <ac:spMk id="2" creationId="{0AC9D879-D01C-62C5-54A6-73F2A3A14E43}"/>
          </ac:spMkLst>
        </pc:spChg>
      </pc:sldChg>
      <pc:sldChg chg="add del replId">
        <pc:chgData name="Amoz Pay" userId="S::amoz1.pay@supinfo.com::4d2f8cb2-b070-4ae8-bcd7-1f67ea500ae8" providerId="AD" clId="Web-{4FC0A87D-4703-915A-AFDD-70D32191276F}" dt="2026-08-02T15:07:03.619" v="167"/>
        <pc:sldMkLst>
          <pc:docMk/>
          <pc:sldMk cId="3920006038" sldId="317"/>
        </pc:sldMkLst>
      </pc:sldChg>
      <pc:sldChg chg="modSp add del replId">
        <pc:chgData name="Amoz Pay" userId="S::amoz1.pay@supinfo.com::4d2f8cb2-b070-4ae8-bcd7-1f67ea500ae8" providerId="AD" clId="Web-{4FC0A87D-4703-915A-AFDD-70D32191276F}" dt="2026-08-02T16:29:38.437" v="701"/>
        <pc:sldMkLst>
          <pc:docMk/>
          <pc:sldMk cId="128907391" sldId="318"/>
        </pc:sldMkLst>
        <pc:spChg chg="mod">
          <ac:chgData name="Amoz Pay" userId="S::amoz1.pay@supinfo.com::4d2f8cb2-b070-4ae8-bcd7-1f67ea500ae8" providerId="AD" clId="Web-{4FC0A87D-4703-915A-AFDD-70D32191276F}" dt="2026-08-02T15:07:36.948" v="189" actId="20577"/>
          <ac:spMkLst>
            <pc:docMk/>
            <pc:sldMk cId="128907391" sldId="318"/>
            <ac:spMk id="2" creationId="{723E614B-21B8-099E-9D7F-297C3EB1AB8A}"/>
          </ac:spMkLst>
        </pc:spChg>
      </pc:sldChg>
      <pc:sldChg chg="modSp add del replId">
        <pc:chgData name="Amoz Pay" userId="S::amoz1.pay@supinfo.com::4d2f8cb2-b070-4ae8-bcd7-1f67ea500ae8" providerId="AD" clId="Web-{4FC0A87D-4703-915A-AFDD-70D32191276F}" dt="2026-08-02T16:29:37.296" v="700"/>
        <pc:sldMkLst>
          <pc:docMk/>
          <pc:sldMk cId="3187668638" sldId="319"/>
        </pc:sldMkLst>
        <pc:spChg chg="mod">
          <ac:chgData name="Amoz Pay" userId="S::amoz1.pay@supinfo.com::4d2f8cb2-b070-4ae8-bcd7-1f67ea500ae8" providerId="AD" clId="Web-{4FC0A87D-4703-915A-AFDD-70D32191276F}" dt="2026-08-02T15:07:27.604" v="186" actId="20577"/>
          <ac:spMkLst>
            <pc:docMk/>
            <pc:sldMk cId="3187668638" sldId="319"/>
            <ac:spMk id="2" creationId="{8135C6E1-587B-229C-6653-3FF7E92A3CD5}"/>
          </ac:spMkLst>
        </pc:spChg>
      </pc:sldChg>
      <pc:sldChg chg="addSp modSp add replId">
        <pc:chgData name="Amoz Pay" userId="S::amoz1.pay@supinfo.com::4d2f8cb2-b070-4ae8-bcd7-1f67ea500ae8" providerId="AD" clId="Web-{4FC0A87D-4703-915A-AFDD-70D32191276F}" dt="2026-08-02T16:16:59.872" v="331" actId="20577"/>
        <pc:sldMkLst>
          <pc:docMk/>
          <pc:sldMk cId="2276393849" sldId="320"/>
        </pc:sldMkLst>
        <pc:spChg chg="add mod">
          <ac:chgData name="Amoz Pay" userId="S::amoz1.pay@supinfo.com::4d2f8cb2-b070-4ae8-bcd7-1f67ea500ae8" providerId="AD" clId="Web-{4FC0A87D-4703-915A-AFDD-70D32191276F}" dt="2026-08-02T16:16:23.275" v="328" actId="20577"/>
          <ac:spMkLst>
            <pc:docMk/>
            <pc:sldMk cId="2276393849" sldId="320"/>
            <ac:spMk id="2" creationId="{33D8EC56-B2E4-8535-5AFA-ADC7E699697E}"/>
          </ac:spMkLst>
        </pc:spChg>
        <pc:spChg chg="mod">
          <ac:chgData name="Amoz Pay" userId="S::amoz1.pay@supinfo.com::4d2f8cb2-b070-4ae8-bcd7-1f67ea500ae8" providerId="AD" clId="Web-{4FC0A87D-4703-915A-AFDD-70D32191276F}" dt="2026-08-02T16:02:57.253" v="231" actId="20577"/>
          <ac:spMkLst>
            <pc:docMk/>
            <pc:sldMk cId="2276393849" sldId="320"/>
            <ac:spMk id="4" creationId="{079BBD86-F5D2-9550-55E1-AAF60E4B4DE8}"/>
          </ac:spMkLst>
        </pc:spChg>
        <pc:spChg chg="mod">
          <ac:chgData name="Amoz Pay" userId="S::amoz1.pay@supinfo.com::4d2f8cb2-b070-4ae8-bcd7-1f67ea500ae8" providerId="AD" clId="Web-{4FC0A87D-4703-915A-AFDD-70D32191276F}" dt="2026-08-02T16:13:36.371" v="246" actId="20577"/>
          <ac:spMkLst>
            <pc:docMk/>
            <pc:sldMk cId="2276393849" sldId="320"/>
            <ac:spMk id="5" creationId="{7485A536-0791-936A-3F8B-960856770037}"/>
          </ac:spMkLst>
        </pc:spChg>
        <pc:spChg chg="mod">
          <ac:chgData name="Amoz Pay" userId="S::amoz1.pay@supinfo.com::4d2f8cb2-b070-4ae8-bcd7-1f67ea500ae8" providerId="AD" clId="Web-{4FC0A87D-4703-915A-AFDD-70D32191276F}" dt="2026-08-02T16:16:59.872" v="331" actId="20577"/>
          <ac:spMkLst>
            <pc:docMk/>
            <pc:sldMk cId="2276393849" sldId="320"/>
            <ac:spMk id="6" creationId="{AF6F421F-E1DF-E508-70A9-70969F6DB6AC}"/>
          </ac:spMkLst>
        </pc:spChg>
      </pc:sldChg>
      <pc:sldChg chg="add del replId">
        <pc:chgData name="Amoz Pay" userId="S::amoz1.pay@supinfo.com::4d2f8cb2-b070-4ae8-bcd7-1f67ea500ae8" providerId="AD" clId="Web-{4FC0A87D-4703-915A-AFDD-70D32191276F}" dt="2026-08-02T16:12:59.150" v="238"/>
        <pc:sldMkLst>
          <pc:docMk/>
          <pc:sldMk cId="194107795" sldId="321"/>
        </pc:sldMkLst>
      </pc:sldChg>
      <pc:sldChg chg="addSp delSp modSp add replId">
        <pc:chgData name="Amoz Pay" userId="S::amoz1.pay@supinfo.com::4d2f8cb2-b070-4ae8-bcd7-1f67ea500ae8" providerId="AD" clId="Web-{4FC0A87D-4703-915A-AFDD-70D32191276F}" dt="2026-08-02T16:25:55.289" v="635" actId="20577"/>
        <pc:sldMkLst>
          <pc:docMk/>
          <pc:sldMk cId="515389856" sldId="321"/>
        </pc:sldMkLst>
        <pc:spChg chg="del">
          <ac:chgData name="Amoz Pay" userId="S::amoz1.pay@supinfo.com::4d2f8cb2-b070-4ae8-bcd7-1f67ea500ae8" providerId="AD" clId="Web-{4FC0A87D-4703-915A-AFDD-70D32191276F}" dt="2026-08-02T16:18:40.614" v="389"/>
          <ac:spMkLst>
            <pc:docMk/>
            <pc:sldMk cId="515389856" sldId="321"/>
            <ac:spMk id="2" creationId="{400B1375-3FD6-618F-F9F8-862F3D379604}"/>
          </ac:spMkLst>
        </pc:spChg>
        <pc:spChg chg="mod">
          <ac:chgData name="Amoz Pay" userId="S::amoz1.pay@supinfo.com::4d2f8cb2-b070-4ae8-bcd7-1f67ea500ae8" providerId="AD" clId="Web-{4FC0A87D-4703-915A-AFDD-70D32191276F}" dt="2026-08-02T16:17:29.593" v="336" actId="20577"/>
          <ac:spMkLst>
            <pc:docMk/>
            <pc:sldMk cId="515389856" sldId="321"/>
            <ac:spMk id="5" creationId="{9AEFDBE6-DC4E-F566-8EA7-0E7EC3A6828B}"/>
          </ac:spMkLst>
        </pc:spChg>
        <pc:spChg chg="mod">
          <ac:chgData name="Amoz Pay" userId="S::amoz1.pay@supinfo.com::4d2f8cb2-b070-4ae8-bcd7-1f67ea500ae8" providerId="AD" clId="Web-{4FC0A87D-4703-915A-AFDD-70D32191276F}" dt="2026-08-02T16:25:55.289" v="635" actId="20577"/>
          <ac:spMkLst>
            <pc:docMk/>
            <pc:sldMk cId="515389856" sldId="321"/>
            <ac:spMk id="6" creationId="{C2C52C99-68DE-1B20-5A85-28DCC290F9A9}"/>
          </ac:spMkLst>
        </pc:spChg>
        <pc:spChg chg="add mod">
          <ac:chgData name="Amoz Pay" userId="S::amoz1.pay@supinfo.com::4d2f8cb2-b070-4ae8-bcd7-1f67ea500ae8" providerId="AD" clId="Web-{4FC0A87D-4703-915A-AFDD-70D32191276F}" dt="2026-08-02T16:25:28.850" v="609" actId="20577"/>
          <ac:spMkLst>
            <pc:docMk/>
            <pc:sldMk cId="515389856" sldId="321"/>
            <ac:spMk id="7" creationId="{8F40B29B-020C-6E03-A4BF-226613D76B7B}"/>
          </ac:spMkLst>
        </pc:spChg>
      </pc:sldChg>
      <pc:sldChg chg="modSp add replId">
        <pc:chgData name="Amoz Pay" userId="S::amoz1.pay@supinfo.com::4d2f8cb2-b070-4ae8-bcd7-1f67ea500ae8" providerId="AD" clId="Web-{4FC0A87D-4703-915A-AFDD-70D32191276F}" dt="2026-08-02T16:28:43.932" v="699" actId="20577"/>
        <pc:sldMkLst>
          <pc:docMk/>
          <pc:sldMk cId="2852723403" sldId="322"/>
        </pc:sldMkLst>
        <pc:spChg chg="mod">
          <ac:chgData name="Amoz Pay" userId="S::amoz1.pay@supinfo.com::4d2f8cb2-b070-4ae8-bcd7-1f67ea500ae8" providerId="AD" clId="Web-{4FC0A87D-4703-915A-AFDD-70D32191276F}" dt="2026-08-02T16:28:43.932" v="699" actId="20577"/>
          <ac:spMkLst>
            <pc:docMk/>
            <pc:sldMk cId="2852723403" sldId="322"/>
            <ac:spMk id="2" creationId="{58A6D026-3E7B-03E2-075A-3419B2DE5AE1}"/>
          </ac:spMkLst>
        </pc:spChg>
        <pc:spChg chg="mod">
          <ac:chgData name="Amoz Pay" userId="S::amoz1.pay@supinfo.com::4d2f8cb2-b070-4ae8-bcd7-1f67ea500ae8" providerId="AD" clId="Web-{4FC0A87D-4703-915A-AFDD-70D32191276F}" dt="2026-08-02T16:26:22.713" v="644" actId="20577"/>
          <ac:spMkLst>
            <pc:docMk/>
            <pc:sldMk cId="2852723403" sldId="322"/>
            <ac:spMk id="5" creationId="{643173AF-8014-A938-91CD-F2044A309871}"/>
          </ac:spMkLst>
        </pc:spChg>
        <pc:spChg chg="mod">
          <ac:chgData name="Amoz Pay" userId="S::amoz1.pay@supinfo.com::4d2f8cb2-b070-4ae8-bcd7-1f67ea500ae8" providerId="AD" clId="Web-{4FC0A87D-4703-915A-AFDD-70D32191276F}" dt="2026-08-02T16:27:53.741" v="681" actId="20577"/>
          <ac:spMkLst>
            <pc:docMk/>
            <pc:sldMk cId="2852723403" sldId="322"/>
            <ac:spMk id="6" creationId="{50F19E3C-E7D6-56DE-F7CD-552138FC81EC}"/>
          </ac:spMkLst>
        </pc:spChg>
      </pc:sldChg>
      <pc:sldChg chg="add del replId">
        <pc:chgData name="Amoz Pay" userId="S::amoz1.pay@supinfo.com::4d2f8cb2-b070-4ae8-bcd7-1f67ea500ae8" providerId="AD" clId="Web-{4FC0A87D-4703-915A-AFDD-70D32191276F}" dt="2026-08-02T16:26:12.603" v="637"/>
        <pc:sldMkLst>
          <pc:docMk/>
          <pc:sldMk cId="3977379588" sldId="322"/>
        </pc:sldMkLst>
      </pc:sldChg>
      <pc:sldChg chg="addSp delSp modSp add replId">
        <pc:chgData name="Amoz Pay" userId="S::amoz1.pay@supinfo.com::4d2f8cb2-b070-4ae8-bcd7-1f67ea500ae8" providerId="AD" clId="Web-{4FC0A87D-4703-915A-AFDD-70D32191276F}" dt="2026-08-02T16:53:42.727" v="845" actId="20577"/>
        <pc:sldMkLst>
          <pc:docMk/>
          <pc:sldMk cId="45255477" sldId="323"/>
        </pc:sldMkLst>
        <pc:spChg chg="mod">
          <ac:chgData name="Amoz Pay" userId="S::amoz1.pay@supinfo.com::4d2f8cb2-b070-4ae8-bcd7-1f67ea500ae8" providerId="AD" clId="Web-{4FC0A87D-4703-915A-AFDD-70D32191276F}" dt="2026-08-02T16:53:42.727" v="845" actId="20577"/>
          <ac:spMkLst>
            <pc:docMk/>
            <pc:sldMk cId="45255477" sldId="323"/>
            <ac:spMk id="2" creationId="{710ACEB5-96A8-B1D2-EF0B-83B0DCDB595E}"/>
          </ac:spMkLst>
        </pc:spChg>
        <pc:spChg chg="add del mod">
          <ac:chgData name="Amoz Pay" userId="S::amoz1.pay@supinfo.com::4d2f8cb2-b070-4ae8-bcd7-1f67ea500ae8" providerId="AD" clId="Web-{4FC0A87D-4703-915A-AFDD-70D32191276F}" dt="2026-08-02T16:33:02.078" v="748"/>
          <ac:spMkLst>
            <pc:docMk/>
            <pc:sldMk cId="45255477" sldId="323"/>
            <ac:spMk id="3" creationId="{2D4DAF62-A613-3E8D-7718-D53C33D34C13}"/>
          </ac:spMkLst>
        </pc:spChg>
        <pc:spChg chg="mod">
          <ac:chgData name="Amoz Pay" userId="S::amoz1.pay@supinfo.com::4d2f8cb2-b070-4ae8-bcd7-1f67ea500ae8" providerId="AD" clId="Web-{4FC0A87D-4703-915A-AFDD-70D32191276F}" dt="2026-08-02T16:31:37.649" v="726" actId="20577"/>
          <ac:spMkLst>
            <pc:docMk/>
            <pc:sldMk cId="45255477" sldId="323"/>
            <ac:spMk id="5" creationId="{EC4FB69D-4731-9DCE-1C2F-051F06662E8E}"/>
          </ac:spMkLst>
        </pc:spChg>
        <pc:spChg chg="mod">
          <ac:chgData name="Amoz Pay" userId="S::amoz1.pay@supinfo.com::4d2f8cb2-b070-4ae8-bcd7-1f67ea500ae8" providerId="AD" clId="Web-{4FC0A87D-4703-915A-AFDD-70D32191276F}" dt="2026-08-02T16:36:27.156" v="778" actId="20577"/>
          <ac:spMkLst>
            <pc:docMk/>
            <pc:sldMk cId="45255477" sldId="323"/>
            <ac:spMk id="6" creationId="{7D194C4F-EBDE-0947-1879-FB412C0AF40F}"/>
          </ac:spMkLst>
        </pc:spChg>
      </pc:sldChg>
    </pc:docChg>
  </pc:docChgLst>
  <pc:docChgLst>
    <pc:chgData name="Amoz Pay" userId="S::amoz1.pay@supinfo.com::4d2f8cb2-b070-4ae8-bcd7-1f67ea500ae8" providerId="AD" clId="Web-{F9F96E13-A5A1-9E37-420A-F6002BCD7E9B}"/>
    <pc:docChg chg="modSld">
      <pc:chgData name="Amoz Pay" userId="S::amoz1.pay@supinfo.com::4d2f8cb2-b070-4ae8-bcd7-1f67ea500ae8" providerId="AD" clId="Web-{F9F96E13-A5A1-9E37-420A-F6002BCD7E9B}" dt="2026-08-02T16:55:07.736" v="24"/>
      <pc:docMkLst>
        <pc:docMk/>
      </pc:docMkLst>
      <pc:sldChg chg="modSp mod modShow">
        <pc:chgData name="Amoz Pay" userId="S::amoz1.pay@supinfo.com::4d2f8cb2-b070-4ae8-bcd7-1f67ea500ae8" providerId="AD" clId="Web-{F9F96E13-A5A1-9E37-420A-F6002BCD7E9B}" dt="2026-08-02T16:55:07.736" v="24"/>
        <pc:sldMkLst>
          <pc:docMk/>
          <pc:sldMk cId="45255477" sldId="323"/>
        </pc:sldMkLst>
        <pc:spChg chg="mod">
          <ac:chgData name="Amoz Pay" userId="S::amoz1.pay@supinfo.com::4d2f8cb2-b070-4ae8-bcd7-1f67ea500ae8" providerId="AD" clId="Web-{F9F96E13-A5A1-9E37-420A-F6002BCD7E9B}" dt="2026-08-02T16:55:02.814" v="22" actId="20577"/>
          <ac:spMkLst>
            <pc:docMk/>
            <pc:sldMk cId="45255477" sldId="323"/>
            <ac:spMk id="2" creationId="{710ACEB5-96A8-B1D2-EF0B-83B0DCDB595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02/08/2026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Lecture title">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hasCustomPrompt="1"/>
          </p:nvPr>
        </p:nvSpPr>
        <p:spPr>
          <a:xfrm>
            <a:off x="1524000" y="1122363"/>
            <a:ext cx="9144000" cy="2387600"/>
          </a:xfrm>
          <a:prstGeom prst="rect">
            <a:avLst/>
          </a:prstGeom>
        </p:spPr>
        <p:txBody>
          <a:bodyPr anchor="b"/>
          <a:lstStyle>
            <a:lvl1pPr algn="ctr">
              <a:defRPr sz="6000">
                <a:solidFill>
                  <a:schemeClr val="bg1"/>
                </a:solidFill>
              </a:defRPr>
            </a:lvl1pPr>
          </a:lstStyle>
          <a:p>
            <a:r>
              <a:rPr lang="en-US" noProof="0"/>
              <a:t>Lecture title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Course Name</a:t>
            </a:r>
          </a:p>
        </p:txBody>
      </p:sp>
      <p:pic>
        <p:nvPicPr>
          <p:cNvPr id="7" name="Image 6">
            <a:extLst>
              <a:ext uri="{FF2B5EF4-FFF2-40B4-BE49-F238E27FC236}">
                <a16:creationId xmlns:a16="http://schemas.microsoft.com/office/drawing/2014/main" id="{EC7D63E0-5705-23E4-9223-C7EC73F93C4E}"/>
              </a:ext>
            </a:extLst>
          </p:cNvPr>
          <p:cNvPicPr>
            <a:picLocks noChangeAspect="1"/>
          </p:cNvPicPr>
          <p:nvPr userDrawn="1"/>
        </p:nvPicPr>
        <p:blipFill>
          <a:blip r:embed="rId2"/>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bg>
      <p:bgPr>
        <a:solidFill>
          <a:srgbClr val="3D2683"/>
        </a:solidFill>
        <a:effectLst/>
      </p:bgPr>
    </p:bg>
    <p:spTree>
      <p:nvGrpSpPr>
        <p:cNvPr id="1" name=""/>
        <p:cNvGrpSpPr/>
        <p:nvPr/>
      </p:nvGrpSpPr>
      <p:grpSpPr>
        <a:xfrm>
          <a:off x="0" y="0"/>
          <a:ext cx="0" cy="0"/>
          <a:chOff x="0" y="0"/>
          <a:chExt cx="0" cy="0"/>
        </a:xfrm>
      </p:grpSpPr>
      <p:pic>
        <p:nvPicPr>
          <p:cNvPr id="8" name="Graphique 7" descr="Menu avec un remplissage uni">
            <a:extLst>
              <a:ext uri="{FF2B5EF4-FFF2-40B4-BE49-F238E27FC236}">
                <a16:creationId xmlns:a16="http://schemas.microsoft.com/office/drawing/2014/main" id="{6A612DC0-9BAA-7241-FF6D-0BB72E89A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40000" y="5040000"/>
            <a:ext cx="1080000" cy="1080000"/>
          </a:xfrm>
          <a:prstGeom prst="rect">
            <a:avLst/>
          </a:prstGeom>
        </p:spPr>
      </p:pic>
      <p:sp>
        <p:nvSpPr>
          <p:cNvPr id="2" name="Espace réservé du texte 16">
            <a:extLst>
              <a:ext uri="{FF2B5EF4-FFF2-40B4-BE49-F238E27FC236}">
                <a16:creationId xmlns:a16="http://schemas.microsoft.com/office/drawing/2014/main" id="{43A07EE0-044C-8744-BB44-5D91F7B73045}"/>
              </a:ext>
            </a:extLst>
          </p:cNvPr>
          <p:cNvSpPr>
            <a:spLocks noGrp="1"/>
          </p:cNvSpPr>
          <p:nvPr>
            <p:ph type="body" sz="quarter" idx="10" hasCustomPrompt="1"/>
          </p:nvPr>
        </p:nvSpPr>
        <p:spPr>
          <a:xfrm>
            <a:off x="831850" y="396327"/>
            <a:ext cx="10688150" cy="914400"/>
          </a:xfrm>
        </p:spPr>
        <p:txBody>
          <a:bodyPr>
            <a:normAutofit/>
          </a:bodyPr>
          <a:lstStyle>
            <a:lvl1pPr>
              <a:defRPr lang="fr-FR" sz="3200" i="1" smtClean="0">
                <a:solidFill>
                  <a:schemeClr val="bg1"/>
                </a:solidFill>
                <a:latin typeface="+mj-lt"/>
                <a:ea typeface="+mj-ea"/>
                <a:cs typeface="+mj-cs"/>
              </a:defRPr>
            </a:lvl1pPr>
            <a:lvl2pPr>
              <a:defRPr lang="fr-FR" sz="1800" smtClean="0"/>
            </a:lvl2pPr>
            <a:lvl3pPr>
              <a:defRPr lang="fr-FR" sz="1800" smtClean="0"/>
            </a:lvl3pPr>
            <a:lvl4pPr>
              <a:defRPr lang="fr-FR" smtClean="0"/>
            </a:lvl4pPr>
            <a:lvl5pPr>
              <a:defRPr lang="en-US"/>
            </a:lvl5pPr>
          </a:lstStyle>
          <a:p>
            <a:pPr marL="0" lvl="0" algn="ctr">
              <a:spcBef>
                <a:spcPct val="0"/>
              </a:spcBef>
              <a:buNone/>
            </a:pPr>
            <a:r>
              <a:rPr lang="en-US" noProof="0" dirty="0"/>
              <a:t>Summary</a:t>
            </a:r>
          </a:p>
        </p:txBody>
      </p:sp>
      <p:sp>
        <p:nvSpPr>
          <p:cNvPr id="3" name="Espace réservé du texte 18">
            <a:extLst>
              <a:ext uri="{FF2B5EF4-FFF2-40B4-BE49-F238E27FC236}">
                <a16:creationId xmlns:a16="http://schemas.microsoft.com/office/drawing/2014/main" id="{7023B183-7C64-4236-1FC6-B1766351D210}"/>
              </a:ext>
            </a:extLst>
          </p:cNvPr>
          <p:cNvSpPr>
            <a:spLocks noGrp="1"/>
          </p:cNvSpPr>
          <p:nvPr>
            <p:ph type="body" sz="quarter" idx="11" hasCustomPrompt="1"/>
          </p:nvPr>
        </p:nvSpPr>
        <p:spPr>
          <a:xfrm>
            <a:off x="844550" y="2559496"/>
            <a:ext cx="10688150" cy="3560504"/>
          </a:xfrm>
        </p:spPr>
        <p:txBody>
          <a:bodyPr>
            <a:normAutofit/>
          </a:bodyPr>
          <a:lstStyle>
            <a:lvl1pPr>
              <a:defRPr lang="fr-FR" sz="3600" dirty="0" smtClean="0">
                <a:solidFill>
                  <a:schemeClr val="bg1"/>
                </a:solidFill>
                <a:latin typeface="+mj-lt"/>
                <a:ea typeface="+mj-ea"/>
                <a:cs typeface="+mj-cs"/>
              </a:defRPr>
            </a:lvl1pPr>
            <a:lvl2pPr>
              <a:defRPr lang="fr-FR" sz="1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742950" lvl="0" indent="-742950">
              <a:spcBef>
                <a:spcPct val="0"/>
              </a:spcBef>
              <a:buAutoNum type="arabicPeriod"/>
            </a:pPr>
            <a:r>
              <a:rPr lang="en-US" noProof="0" dirty="0"/>
              <a:t>Chapter 1</a:t>
            </a:r>
          </a:p>
          <a:p>
            <a:pPr marL="742950" lvl="0" indent="-742950">
              <a:spcBef>
                <a:spcPct val="0"/>
              </a:spcBef>
              <a:buAutoNum type="arabicPeriod"/>
            </a:pPr>
            <a:r>
              <a:rPr lang="en-US" noProof="0" dirty="0"/>
              <a:t>Chapter 2</a:t>
            </a:r>
          </a:p>
        </p:txBody>
      </p:sp>
    </p:spTree>
    <p:extLst>
      <p:ext uri="{BB962C8B-B14F-4D97-AF65-F5344CB8AC3E}">
        <p14:creationId xmlns:p14="http://schemas.microsoft.com/office/powerpoint/2010/main" val="231044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
    <p:bg>
      <p:bgPr>
        <a:solidFill>
          <a:srgbClr val="3D2683"/>
        </a:solidFill>
        <a:effectLst/>
      </p:bgPr>
    </p:bg>
    <p:spTree>
      <p:nvGrpSpPr>
        <p:cNvPr id="1" name=""/>
        <p:cNvGrpSpPr/>
        <p:nvPr/>
      </p:nvGrpSpPr>
      <p:grpSpPr>
        <a:xfrm>
          <a:off x="0" y="0"/>
          <a:ext cx="0" cy="0"/>
          <a:chOff x="0" y="0"/>
          <a:chExt cx="0" cy="0"/>
        </a:xfrm>
      </p:grpSpPr>
      <p:sp>
        <p:nvSpPr>
          <p:cNvPr id="2" name="Espace réservé du texte 9">
            <a:extLst>
              <a:ext uri="{FF2B5EF4-FFF2-40B4-BE49-F238E27FC236}">
                <a16:creationId xmlns:a16="http://schemas.microsoft.com/office/drawing/2014/main" id="{D91D57AC-C4F7-1020-1370-E36014B9CA35}"/>
              </a:ext>
            </a:extLst>
          </p:cNvPr>
          <p:cNvSpPr>
            <a:spLocks noGrp="1"/>
          </p:cNvSpPr>
          <p:nvPr>
            <p:ph type="body" sz="quarter" idx="10" hasCustomPrompt="1"/>
          </p:nvPr>
        </p:nvSpPr>
        <p:spPr>
          <a:xfrm>
            <a:off x="844550" y="1786740"/>
            <a:ext cx="10515600" cy="2851200"/>
          </a:xfrm>
        </p:spPr>
        <p:txBody>
          <a:bodyPr anchor="b" anchorCtr="0">
            <a:normAutofit lnSpcReduction="10000"/>
          </a:bodyPr>
          <a:lstStyle>
            <a:lvl1pPr marL="0" indent="0">
              <a:buNone/>
              <a:defRPr lang="fr-FR" sz="5400" dirty="0" smtClean="0">
                <a:solidFill>
                  <a:schemeClr val="bg1"/>
                </a:solidFill>
                <a:latin typeface="+mj-lt"/>
                <a:ea typeface="+mj-ea"/>
                <a:cs typeface="+mj-cs"/>
              </a:defRPr>
            </a:lvl1pPr>
            <a:lvl2pPr>
              <a:defRPr lang="fr-FR" sz="2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914400" lvl="0" indent="-914400">
              <a:spcBef>
                <a:spcPct val="0"/>
              </a:spcBef>
              <a:buAutoNum type="arabicPeriod"/>
            </a:pPr>
            <a:r>
              <a:rPr lang="en-US" noProof="0" dirty="0"/>
              <a:t>Chapter title</a:t>
            </a:r>
          </a:p>
        </p:txBody>
      </p:sp>
    </p:spTree>
    <p:extLst>
      <p:ext uri="{BB962C8B-B14F-4D97-AF65-F5344CB8AC3E}">
        <p14:creationId xmlns:p14="http://schemas.microsoft.com/office/powerpoint/2010/main" val="123405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a:xfrm>
            <a:off x="838200" y="2176669"/>
            <a:ext cx="10515600" cy="4000293"/>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r>
              <a:rPr lang="en-US" noProof="0" dirty="0"/>
              <a:t>Course title</a:t>
            </a: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6660FFC0-CE37-D2DA-C64C-88282943FAF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texte 14">
            <a:extLst>
              <a:ext uri="{FF2B5EF4-FFF2-40B4-BE49-F238E27FC236}">
                <a16:creationId xmlns:a16="http://schemas.microsoft.com/office/drawing/2014/main" id="{1CBCEF23-0CBA-1770-DAC7-928349B3A95A}"/>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7" name="Espace réservé du texte 18">
            <a:extLst>
              <a:ext uri="{FF2B5EF4-FFF2-40B4-BE49-F238E27FC236}">
                <a16:creationId xmlns:a16="http://schemas.microsoft.com/office/drawing/2014/main" id="{722D75D0-2F96-A6F3-E7ED-20E4539A02CE}"/>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1697491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slide - two column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2176669"/>
            <a:ext cx="5181600" cy="4000294"/>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2176667"/>
            <a:ext cx="5181600" cy="4000295"/>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A92302A2-2F30-4395-7531-E36188D0A2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4">
            <a:extLst>
              <a:ext uri="{FF2B5EF4-FFF2-40B4-BE49-F238E27FC236}">
                <a16:creationId xmlns:a16="http://schemas.microsoft.com/office/drawing/2014/main" id="{1CCD0D53-B6A8-F19A-90D8-BB615B02070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5" name="Espace réservé du texte 18">
            <a:extLst>
              <a:ext uri="{FF2B5EF4-FFF2-40B4-BE49-F238E27FC236}">
                <a16:creationId xmlns:a16="http://schemas.microsoft.com/office/drawing/2014/main" id="{39628C7C-5050-F3BB-3DD1-A7C9629DCAB7}"/>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3413048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slide - empty">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en-US" noProof="0" dirty="0"/>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8" name="Picture 4" descr="Le Groupe IONIS renforce son leadership dans les formations tech avec la  reprise de Supinfo - Newsroom IONIS Group">
            <a:extLst>
              <a:ext uri="{FF2B5EF4-FFF2-40B4-BE49-F238E27FC236}">
                <a16:creationId xmlns:a16="http://schemas.microsoft.com/office/drawing/2014/main" id="{BFB9A735-A638-52B7-D68B-A96CEE779E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30ABB380-A5C2-B98F-AC5D-2B66EA3EA71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DE53F5EF-F998-643E-58EE-4D0B72403D74}"/>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en-US" noProof="0" dirty="0"/>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5" name="Picture 4" descr="Le Groupe IONIS renforce son leadership dans les formations tech avec la  reprise de Supinfo - Newsroom IONIS Group">
            <a:extLst>
              <a:ext uri="{FF2B5EF4-FFF2-40B4-BE49-F238E27FC236}">
                <a16:creationId xmlns:a16="http://schemas.microsoft.com/office/drawing/2014/main" id="{4DADE6D4-7698-3109-FF0C-06AFA9253A2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slide - Side content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883713E-0541-3F47-5D6E-AABDC809728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1" name="Espace réservé du texte 14">
            <a:extLst>
              <a:ext uri="{FF2B5EF4-FFF2-40B4-BE49-F238E27FC236}">
                <a16:creationId xmlns:a16="http://schemas.microsoft.com/office/drawing/2014/main" id="{443CAD83-08A3-0CB5-024F-6E35269D4F99}"/>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2" name="Espace réservé du texte 18">
            <a:extLst>
              <a:ext uri="{FF2B5EF4-FFF2-40B4-BE49-F238E27FC236}">
                <a16:creationId xmlns:a16="http://schemas.microsoft.com/office/drawing/2014/main" id="{48654FAC-FB51-D6A3-15F4-55E511891CF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slide - Side imag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en-US" noProof="0" dirty="0"/>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BF717CA-66DC-4F9D-EF66-78234DA00C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CF70D262-D2E9-6E44-0495-7CB03B090FF8}"/>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7BE82C85-17CC-0E50-E758-016117F16FA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questions">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E45B96DF-B607-C4E4-32F8-E7B91E0BF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
        <p:nvSpPr>
          <p:cNvPr id="10" name="Espace réservé du texte 8">
            <a:extLst>
              <a:ext uri="{FF2B5EF4-FFF2-40B4-BE49-F238E27FC236}">
                <a16:creationId xmlns:a16="http://schemas.microsoft.com/office/drawing/2014/main" id="{F0EC84A3-D4F4-6086-F100-018579271662}"/>
              </a:ext>
            </a:extLst>
          </p:cNvPr>
          <p:cNvSpPr>
            <a:spLocks noGrp="1"/>
          </p:cNvSpPr>
          <p:nvPr>
            <p:ph type="body" sz="quarter" idx="10" hasCustomPrompt="1"/>
          </p:nvPr>
        </p:nvSpPr>
        <p:spPr>
          <a:xfrm>
            <a:off x="838199" y="365126"/>
            <a:ext cx="10515599" cy="579092"/>
          </a:xfrm>
        </p:spPr>
        <p:txBody>
          <a:bodyPr>
            <a:normAutofit/>
          </a:bodyPr>
          <a:lstStyle>
            <a:lvl1pPr>
              <a:defRPr lang="en-US" sz="3200" dirty="0">
                <a:solidFill>
                  <a:schemeClr val="bg1"/>
                </a:solidFill>
                <a:latin typeface="+mj-lt"/>
                <a:ea typeface="+mj-ea"/>
                <a:cs typeface="+mj-cs"/>
              </a:defRPr>
            </a:lvl1pPr>
          </a:lstStyle>
          <a:p>
            <a:pPr marL="0" lvl="0">
              <a:spcBef>
                <a:spcPct val="0"/>
              </a:spcBef>
              <a:buNone/>
            </a:pPr>
            <a:r>
              <a:rPr lang="en-US" dirty="0"/>
              <a:t>1. Chapter title</a:t>
            </a:r>
          </a:p>
        </p:txBody>
      </p:sp>
    </p:spTree>
    <p:extLst>
      <p:ext uri="{BB962C8B-B14F-4D97-AF65-F5344CB8AC3E}">
        <p14:creationId xmlns:p14="http://schemas.microsoft.com/office/powerpoint/2010/main" val="19705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cture end">
    <p:bg>
      <p:bgPr>
        <a:solidFill>
          <a:srgbClr val="3D2683"/>
        </a:solidFill>
        <a:effectLst/>
      </p:bgPr>
    </p:bg>
    <p:spTree>
      <p:nvGrpSpPr>
        <p:cNvPr id="1" name=""/>
        <p:cNvGrpSpPr/>
        <p:nvPr/>
      </p:nvGrpSpPr>
      <p:grpSpPr>
        <a:xfrm>
          <a:off x="0" y="0"/>
          <a:ext cx="0" cy="0"/>
          <a:chOff x="0" y="0"/>
          <a:chExt cx="0" cy="0"/>
        </a:xfrm>
      </p:grpSpPr>
      <p:pic>
        <p:nvPicPr>
          <p:cNvPr id="7" name="Graphique 6" descr="Drapeau de course avec un remplissage uni">
            <a:extLst>
              <a:ext uri="{FF2B5EF4-FFF2-40B4-BE49-F238E27FC236}">
                <a16:creationId xmlns:a16="http://schemas.microsoft.com/office/drawing/2014/main" id="{C39BBF25-8381-335A-6308-3AFEB15FAF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211448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02/08/2026</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66" r:id="rId4"/>
    <p:sldLayoutId id="2147483652" r:id="rId5"/>
    <p:sldLayoutId id="2147483654" r:id="rId6"/>
    <p:sldLayoutId id="2147483655" r:id="rId7"/>
    <p:sldLayoutId id="2147483656" r:id="rId8"/>
    <p:sldLayoutId id="2147483657"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BC06DC-4D1A-B2CB-5A63-A1C912BA9509}"/>
              </a:ext>
            </a:extLst>
          </p:cNvPr>
          <p:cNvSpPr>
            <a:spLocks noGrp="1"/>
          </p:cNvSpPr>
          <p:nvPr>
            <p:ph type="ctrTitle"/>
          </p:nvPr>
        </p:nvSpPr>
        <p:spPr/>
        <p:txBody>
          <a:bodyPr/>
          <a:lstStyle/>
          <a:p>
            <a:r>
              <a:rPr lang="en-US"/>
              <a:t>Modules</a:t>
            </a:r>
          </a:p>
        </p:txBody>
      </p:sp>
      <p:sp>
        <p:nvSpPr>
          <p:cNvPr id="3" name="Sous-titre 2">
            <a:extLst>
              <a:ext uri="{FF2B5EF4-FFF2-40B4-BE49-F238E27FC236}">
                <a16:creationId xmlns:a16="http://schemas.microsoft.com/office/drawing/2014/main" id="{32F19D57-529B-F55E-AEFA-DE3148EB7275}"/>
              </a:ext>
            </a:extLst>
          </p:cNvPr>
          <p:cNvSpPr>
            <a:spLocks noGrp="1"/>
          </p:cNvSpPr>
          <p:nvPr>
            <p:ph type="subTitle" idx="1"/>
          </p:nvPr>
        </p:nvSpPr>
        <p:spPr/>
        <p:txBody>
          <a:bodyPr/>
          <a:lstStyle/>
          <a:p>
            <a:r>
              <a:rPr lang="en-US" dirty="0"/>
              <a:t>5HASH – Infrastructure as Code (</a:t>
            </a:r>
            <a:r>
              <a:rPr lang="en-US" dirty="0" err="1"/>
              <a:t>IaC</a:t>
            </a:r>
            <a:r>
              <a:rPr lang="en-US" dirty="0"/>
              <a:t>)</a:t>
            </a:r>
          </a:p>
        </p:txBody>
      </p:sp>
    </p:spTree>
    <p:extLst>
      <p:ext uri="{BB962C8B-B14F-4D97-AF65-F5344CB8AC3E}">
        <p14:creationId xmlns:p14="http://schemas.microsoft.com/office/powerpoint/2010/main" val="3619379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77649D1-4E1D-5D9D-0C8D-8F96CAFDE057}"/>
              </a:ext>
            </a:extLst>
          </p:cNvPr>
          <p:cNvSpPr>
            <a:spLocks noGrp="1"/>
          </p:cNvSpPr>
          <p:nvPr>
            <p:ph idx="1"/>
          </p:nvPr>
        </p:nvSpPr>
        <p:spPr/>
        <p:txBody>
          <a:bodyPr vert="horz" lIns="91440" tIns="45720" rIns="91440" bIns="45720" rtlCol="0" anchor="t">
            <a:normAutofit/>
          </a:bodyPr>
          <a:lstStyle/>
          <a:p>
            <a:r>
              <a:rPr lang="en-US"/>
              <a:t>Understand </a:t>
            </a:r>
            <a:r>
              <a:rPr lang="en-US" dirty="0"/>
              <a:t>how to use variables and outputs in Terraform configurations.</a:t>
            </a:r>
            <a:endParaRPr lang="en-US"/>
          </a:p>
          <a:p>
            <a:r>
              <a:rPr lang="en-US" dirty="0"/>
              <a:t>Learn how to organize configuration code using modules.</a:t>
            </a:r>
          </a:p>
          <a:p>
            <a:r>
              <a:rPr lang="en-US">
                <a:ea typeface="Calibri"/>
                <a:cs typeface="Calibri"/>
              </a:rPr>
              <a:t>Understand how to reduce boilerplate code with Locals and built-in functions</a:t>
            </a:r>
          </a:p>
        </p:txBody>
      </p:sp>
      <p:sp>
        <p:nvSpPr>
          <p:cNvPr id="3" name="Espace réservé du texte 2">
            <a:extLst>
              <a:ext uri="{FF2B5EF4-FFF2-40B4-BE49-F238E27FC236}">
                <a16:creationId xmlns:a16="http://schemas.microsoft.com/office/drawing/2014/main" id="{18B94824-AC9C-1F69-CE01-033721EDBACC}"/>
              </a:ext>
            </a:extLst>
          </p:cNvPr>
          <p:cNvSpPr>
            <a:spLocks noGrp="1"/>
          </p:cNvSpPr>
          <p:nvPr>
            <p:ph type="body" sz="quarter" idx="14"/>
          </p:nvPr>
        </p:nvSpPr>
        <p:spPr/>
        <p:txBody>
          <a:bodyPr vert="horz" lIns="91440" tIns="45720" rIns="91440" bIns="45720" rtlCol="0" anchor="t">
            <a:noAutofit/>
          </a:bodyPr>
          <a:lstStyle/>
          <a:p>
            <a:r>
              <a:rPr lang="en-US"/>
              <a:t>Lesson 2: Modules</a:t>
            </a:r>
          </a:p>
        </p:txBody>
      </p:sp>
      <p:sp>
        <p:nvSpPr>
          <p:cNvPr id="4" name="Espace réservé du texte 3">
            <a:extLst>
              <a:ext uri="{FF2B5EF4-FFF2-40B4-BE49-F238E27FC236}">
                <a16:creationId xmlns:a16="http://schemas.microsoft.com/office/drawing/2014/main" id="{D7919598-A2C5-747A-61F9-1F701E8DCEF6}"/>
              </a:ext>
            </a:extLst>
          </p:cNvPr>
          <p:cNvSpPr>
            <a:spLocks noGrp="1"/>
          </p:cNvSpPr>
          <p:nvPr>
            <p:ph type="body" sz="quarter" idx="15"/>
          </p:nvPr>
        </p:nvSpPr>
        <p:spPr/>
        <p:txBody>
          <a:bodyPr/>
          <a:lstStyle/>
          <a:p>
            <a:r>
              <a:rPr lang="en-US" dirty="0"/>
              <a:t>Learning Objectives</a:t>
            </a:r>
          </a:p>
        </p:txBody>
      </p:sp>
    </p:spTree>
    <p:extLst>
      <p:ext uri="{BB962C8B-B14F-4D97-AF65-F5344CB8AC3E}">
        <p14:creationId xmlns:p14="http://schemas.microsoft.com/office/powerpoint/2010/main" val="3611776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B1BAA0-5E36-154D-61E1-4BDD524F79BF}"/>
              </a:ext>
            </a:extLst>
          </p:cNvPr>
          <p:cNvSpPr>
            <a:spLocks noGrp="1"/>
          </p:cNvSpPr>
          <p:nvPr>
            <p:ph type="body" sz="quarter" idx="10"/>
          </p:nvPr>
        </p:nvSpPr>
        <p:spPr/>
        <p:txBody>
          <a:bodyPr/>
          <a:lstStyle/>
          <a:p>
            <a:pPr marL="0" indent="0" algn="ctr">
              <a:buNone/>
            </a:pPr>
            <a:r>
              <a:rPr lang="en-US" dirty="0"/>
              <a:t>Summary</a:t>
            </a:r>
          </a:p>
        </p:txBody>
      </p:sp>
      <p:sp>
        <p:nvSpPr>
          <p:cNvPr id="3" name="Espace réservé du texte 2">
            <a:extLst>
              <a:ext uri="{FF2B5EF4-FFF2-40B4-BE49-F238E27FC236}">
                <a16:creationId xmlns:a16="http://schemas.microsoft.com/office/drawing/2014/main" id="{3C3DD7B0-B0A8-8FDB-52AB-3930D01F1718}"/>
              </a:ext>
            </a:extLst>
          </p:cNvPr>
          <p:cNvSpPr>
            <a:spLocks noGrp="1"/>
          </p:cNvSpPr>
          <p:nvPr>
            <p:ph type="body" sz="quarter" idx="11"/>
          </p:nvPr>
        </p:nvSpPr>
        <p:spPr/>
        <p:txBody>
          <a:bodyPr vert="horz" lIns="91440" tIns="45720" rIns="91440" bIns="45720" rtlCol="0" anchor="t">
            <a:normAutofit/>
          </a:bodyPr>
          <a:lstStyle/>
          <a:p>
            <a:pPr marL="742950" indent="-742950">
              <a:buAutoNum type="arabicPeriod"/>
            </a:pPr>
            <a:r>
              <a:rPr lang="en-US">
                <a:ea typeface="Calibri Light"/>
                <a:cs typeface="Calibri Light"/>
              </a:rPr>
              <a:t>Organizing Configuration Code with Modules</a:t>
            </a:r>
            <a:endParaRPr lang="en-US">
              <a:solidFill>
                <a:srgbClr val="000000"/>
              </a:solidFill>
              <a:ea typeface="Calibri Light"/>
              <a:cs typeface="Calibri Light"/>
            </a:endParaRPr>
          </a:p>
          <a:p>
            <a:pPr marL="742950" indent="-742950">
              <a:buAutoNum type="arabicPeriod"/>
            </a:pPr>
            <a:r>
              <a:rPr lang="en-US">
                <a:ea typeface="Calibri Light"/>
                <a:cs typeface="Calibri Light"/>
              </a:rPr>
              <a:t>Variables and Outputs</a:t>
            </a:r>
          </a:p>
          <a:p>
            <a:pPr marL="742950" indent="-742950">
              <a:buAutoNum type="arabicPeriod"/>
            </a:pPr>
            <a:r>
              <a:rPr lang="en-US">
                <a:ea typeface="Calibri Light"/>
                <a:cs typeface="Calibri Light"/>
              </a:rPr>
              <a:t>Locals</a:t>
            </a:r>
          </a:p>
        </p:txBody>
      </p:sp>
    </p:spTree>
    <p:extLst>
      <p:ext uri="{BB962C8B-B14F-4D97-AF65-F5344CB8AC3E}">
        <p14:creationId xmlns:p14="http://schemas.microsoft.com/office/powerpoint/2010/main" val="312909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0E105F3-BC36-9B9A-805E-53C6C674CA4F}"/>
              </a:ext>
            </a:extLst>
          </p:cNvPr>
          <p:cNvSpPr>
            <a:spLocks noGrp="1"/>
          </p:cNvSpPr>
          <p:nvPr>
            <p:ph type="body" sz="quarter" idx="10"/>
          </p:nvPr>
        </p:nvSpPr>
        <p:spPr/>
        <p:txBody>
          <a:bodyPr>
            <a:normAutofit/>
          </a:bodyPr>
          <a:lstStyle/>
          <a:p>
            <a:r>
              <a:rPr lang="en-US"/>
              <a:t>1. Organizing Configuration Code </a:t>
            </a:r>
            <a:r>
              <a:rPr lang="en-US" dirty="0"/>
              <a:t>with Modules</a:t>
            </a:r>
          </a:p>
        </p:txBody>
      </p:sp>
    </p:spTree>
    <p:extLst>
      <p:ext uri="{BB962C8B-B14F-4D97-AF65-F5344CB8AC3E}">
        <p14:creationId xmlns:p14="http://schemas.microsoft.com/office/powerpoint/2010/main" val="1052856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9E41EDA-8662-3816-B8FD-43868BF25874}"/>
              </a:ext>
            </a:extLst>
          </p:cNvPr>
          <p:cNvSpPr>
            <a:spLocks noGrp="1"/>
          </p:cNvSpPr>
          <p:nvPr>
            <p:ph idx="1"/>
          </p:nvPr>
        </p:nvSpPr>
        <p:spPr/>
        <p:txBody>
          <a:bodyPr/>
          <a:lstStyle/>
          <a:p>
            <a:r>
              <a:rPr lang="en-US" dirty="0"/>
              <a:t>Modules are a way to encapsulate a set of resources and configurations into a single, reusable unit.</a:t>
            </a:r>
          </a:p>
          <a:p>
            <a:r>
              <a:rPr lang="en-US" dirty="0"/>
              <a:t>They promote code reusability, maintainability, and abstraction, making it easier to manage and scale your infrastructure.</a:t>
            </a:r>
          </a:p>
          <a:p>
            <a:r>
              <a:rPr lang="en-US" dirty="0"/>
              <a:t>Modules can be used to create custom abstractions, such as higher-level resources or configurations specific to your organization.</a:t>
            </a:r>
          </a:p>
          <a:p>
            <a:r>
              <a:rPr lang="en-US" dirty="0"/>
              <a:t>Terraform provides a module registry where you can publish and share modules with the community.</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Modules</a:t>
            </a:r>
          </a:p>
        </p:txBody>
      </p:sp>
    </p:spTree>
    <p:extLst>
      <p:ext uri="{BB962C8B-B14F-4D97-AF65-F5344CB8AC3E}">
        <p14:creationId xmlns:p14="http://schemas.microsoft.com/office/powerpoint/2010/main" val="2035322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163A19-F690-F8AC-1FBC-F11F8D5E76D8}"/>
              </a:ext>
            </a:extLst>
          </p:cNvPr>
          <p:cNvSpPr>
            <a:spLocks noGrp="1"/>
          </p:cNvSpPr>
          <p:nvPr>
            <p:ph sz="half" idx="1"/>
          </p:nvPr>
        </p:nvSpPr>
        <p:spPr/>
        <p:txBody>
          <a:bodyPr/>
          <a:lstStyle/>
          <a:p>
            <a:r>
              <a:rPr lang="en-US" dirty="0"/>
              <a:t>Nested Modules should be organized under the </a:t>
            </a:r>
            <a:r>
              <a:rPr lang="en-US" dirty="0">
                <a:latin typeface="Consolas" panose="020B0609020204030204" pitchFamily="49" charset="0"/>
                <a:cs typeface="Consolas" panose="020B0609020204030204" pitchFamily="49" charset="0"/>
              </a:rPr>
              <a:t>modules/</a:t>
            </a:r>
            <a:r>
              <a:rPr lang="en-US" dirty="0"/>
              <a:t> sub-directory</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Module Structure</a:t>
            </a:r>
          </a:p>
        </p:txBody>
      </p:sp>
      <p:sp>
        <p:nvSpPr>
          <p:cNvPr id="9" name="Espace réservé du contenu 8">
            <a:extLst>
              <a:ext uri="{FF2B5EF4-FFF2-40B4-BE49-F238E27FC236}">
                <a16:creationId xmlns:a16="http://schemas.microsoft.com/office/drawing/2014/main" id="{3745B0D2-4259-6513-2BCA-1766E69EA7D1}"/>
              </a:ext>
            </a:extLst>
          </p:cNvPr>
          <p:cNvSpPr>
            <a:spLocks noGrp="1"/>
          </p:cNvSpPr>
          <p:nvPr>
            <p:ph sz="half" idx="2"/>
          </p:nvPr>
        </p:nvSpPr>
        <p:spPr/>
        <p:txBody>
          <a:bodyPr>
            <a:noAutofit/>
          </a:bodyPr>
          <a:lstStyle/>
          <a:p>
            <a:r>
              <a:rPr lang="fr-FR" sz="1600" dirty="0" err="1">
                <a:latin typeface="Consolas" panose="020B0609020204030204" pitchFamily="49" charset="0"/>
                <a:cs typeface="Consolas" panose="020B0609020204030204" pitchFamily="49" charset="0"/>
              </a:rPr>
              <a:t>README.md</a:t>
            </a:r>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main.tf</a:t>
            </a:r>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variables.tf</a:t>
            </a:r>
            <a:endParaRPr lang="fr-FR" sz="1600" dirty="0">
              <a:latin typeface="Consolas" panose="020B0609020204030204" pitchFamily="49" charset="0"/>
              <a:cs typeface="Consolas" panose="020B0609020204030204" pitchFamily="49" charset="0"/>
            </a:endParaRPr>
          </a:p>
          <a:p>
            <a:r>
              <a:rPr lang="fr-FR" sz="1600" dirty="0" err="1">
                <a:latin typeface="Consolas" panose="020B0609020204030204" pitchFamily="49" charset="0"/>
                <a:cs typeface="Consolas" panose="020B0609020204030204" pitchFamily="49" charset="0"/>
              </a:rPr>
              <a:t>output.tf</a:t>
            </a:r>
            <a:endParaRPr lang="fr-FR" sz="1600" dirty="0">
              <a:latin typeface="Consolas" panose="020B0609020204030204" pitchFamily="49" charset="0"/>
              <a:cs typeface="Consolas" panose="020B0609020204030204" pitchFamily="49" charset="0"/>
            </a:endParaRPr>
          </a:p>
          <a:p>
            <a:r>
              <a:rPr lang="fr-FR" sz="1600" dirty="0">
                <a:latin typeface="Consolas" panose="020B0609020204030204" pitchFamily="49" charset="0"/>
                <a:cs typeface="Consolas" panose="020B0609020204030204" pitchFamily="49" charset="0"/>
              </a:rPr>
              <a:t>modules/</a:t>
            </a:r>
          </a:p>
          <a:p>
            <a:pPr lvl="1"/>
            <a:r>
              <a:rPr lang="fr-FR" sz="1600" dirty="0" err="1">
                <a:latin typeface="Consolas" panose="020B0609020204030204" pitchFamily="49" charset="0"/>
                <a:cs typeface="Consolas" panose="020B0609020204030204" pitchFamily="49" charset="0"/>
              </a:rPr>
              <a:t>nestedA</a:t>
            </a:r>
            <a:r>
              <a:rPr lang="fr-FR" sz="1600" dirty="0">
                <a:latin typeface="Consolas" panose="020B0609020204030204" pitchFamily="49" charset="0"/>
                <a:cs typeface="Consolas" panose="020B0609020204030204" pitchFamily="49" charset="0"/>
              </a:rPr>
              <a:t>/</a:t>
            </a:r>
            <a:endParaRPr lang="fr-FR" sz="1200" dirty="0">
              <a:latin typeface="Consolas" panose="020B0609020204030204" pitchFamily="49" charset="0"/>
              <a:cs typeface="Consolas" panose="020B0609020204030204" pitchFamily="49" charset="0"/>
            </a:endParaRPr>
          </a:p>
          <a:p>
            <a:pPr lvl="2"/>
            <a:r>
              <a:rPr lang="fr-FR" sz="1600" dirty="0" err="1">
                <a:latin typeface="Consolas" panose="020B0609020204030204" pitchFamily="49" charset="0"/>
                <a:cs typeface="Consolas" panose="020B0609020204030204" pitchFamily="49" charset="0"/>
              </a:rPr>
              <a:t>README.md</a:t>
            </a:r>
            <a:endParaRPr lang="fr-FR" sz="1600" dirty="0">
              <a:latin typeface="Consolas" panose="020B0609020204030204" pitchFamily="49" charset="0"/>
              <a:cs typeface="Consolas" panose="020B0609020204030204" pitchFamily="49" charset="0"/>
            </a:endParaRPr>
          </a:p>
          <a:p>
            <a:pPr lvl="2"/>
            <a:r>
              <a:rPr lang="fr-FR" sz="1600" dirty="0" err="1">
                <a:latin typeface="Consolas" panose="020B0609020204030204" pitchFamily="49" charset="0"/>
                <a:cs typeface="Consolas" panose="020B0609020204030204" pitchFamily="49" charset="0"/>
              </a:rPr>
              <a:t>main.tf</a:t>
            </a:r>
            <a:endParaRPr lang="fr-FR" sz="1600" dirty="0">
              <a:latin typeface="Consolas" panose="020B0609020204030204" pitchFamily="49" charset="0"/>
              <a:cs typeface="Consolas" panose="020B0609020204030204" pitchFamily="49" charset="0"/>
            </a:endParaRPr>
          </a:p>
          <a:p>
            <a:pPr lvl="2"/>
            <a:r>
              <a:rPr lang="fr-FR" sz="1600" dirty="0" err="1">
                <a:latin typeface="Consolas" panose="020B0609020204030204" pitchFamily="49" charset="0"/>
                <a:cs typeface="Consolas" panose="020B0609020204030204" pitchFamily="49" charset="0"/>
              </a:rPr>
              <a:t>variables.tf</a:t>
            </a:r>
            <a:endParaRPr lang="fr-FR" sz="1600" dirty="0">
              <a:latin typeface="Consolas" panose="020B0609020204030204" pitchFamily="49" charset="0"/>
              <a:cs typeface="Consolas" panose="020B0609020204030204" pitchFamily="49" charset="0"/>
            </a:endParaRPr>
          </a:p>
          <a:p>
            <a:pPr lvl="2"/>
            <a:r>
              <a:rPr lang="fr-FR" sz="1600" dirty="0" err="1">
                <a:latin typeface="Consolas" panose="020B0609020204030204" pitchFamily="49" charset="0"/>
                <a:cs typeface="Consolas" panose="020B0609020204030204" pitchFamily="49" charset="0"/>
              </a:rPr>
              <a:t>output.tf</a:t>
            </a:r>
            <a:endParaRPr lang="fr-FR" sz="1600" dirty="0">
              <a:latin typeface="Consolas" panose="020B0609020204030204" pitchFamily="49" charset="0"/>
              <a:cs typeface="Consolas" panose="020B0609020204030204" pitchFamily="49" charset="0"/>
            </a:endParaRPr>
          </a:p>
          <a:p>
            <a:pPr lvl="1"/>
            <a:r>
              <a:rPr lang="fr-FR" sz="1600" dirty="0" err="1">
                <a:latin typeface="Consolas" panose="020B0609020204030204" pitchFamily="49" charset="0"/>
                <a:cs typeface="Consolas" panose="020B0609020204030204" pitchFamily="49" charset="0"/>
              </a:rPr>
              <a:t>nestedB</a:t>
            </a:r>
            <a:r>
              <a:rPr lang="fr-FR" sz="1600" dirty="0">
                <a:latin typeface="Consolas" panose="020B0609020204030204" pitchFamily="49" charset="0"/>
                <a:cs typeface="Consolas" panose="020B0609020204030204" pitchFamily="49" charset="0"/>
              </a:rPr>
              <a:t>/</a:t>
            </a:r>
          </a:p>
          <a:p>
            <a:pPr lvl="2"/>
            <a:r>
              <a:rPr lang="fr-FR"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869380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4EFC80E3-4FE4-EB16-FCE2-4EB63D0A830F}"/>
              </a:ext>
            </a:extLst>
          </p:cNvPr>
          <p:cNvSpPr>
            <a:spLocks noGrp="1"/>
          </p:cNvSpPr>
          <p:nvPr>
            <p:ph sz="half" idx="1"/>
          </p:nvPr>
        </p:nvSpPr>
        <p:spPr/>
        <p:txBody>
          <a:bodyPr>
            <a:normAutofit fontScale="92500" lnSpcReduction="10000"/>
          </a:bodyPr>
          <a:lstStyle/>
          <a:p>
            <a:r>
              <a:rPr lang="en-US" dirty="0"/>
              <a:t>You can compose complex infrastructures by combining modules and configuring them with </a:t>
            </a:r>
            <a:r>
              <a:rPr lang="en-US" b="1" dirty="0"/>
              <a:t>input variables</a:t>
            </a:r>
            <a:r>
              <a:rPr lang="en-US" dirty="0"/>
              <a:t>.</a:t>
            </a:r>
          </a:p>
          <a:p>
            <a:r>
              <a:rPr lang="en-US" dirty="0"/>
              <a:t>Composition allows you to create a structured and organized hierarchy of resources, making your code easier to read and maintain.</a:t>
            </a:r>
          </a:p>
          <a:p>
            <a:r>
              <a:rPr lang="en-US" dirty="0"/>
              <a:t>You can nest modules within other modules to create hierarchies of reusable components.</a:t>
            </a:r>
          </a:p>
        </p:txBody>
      </p:sp>
      <p:sp>
        <p:nvSpPr>
          <p:cNvPr id="6" name="Espace réservé du contenu 5">
            <a:extLst>
              <a:ext uri="{FF2B5EF4-FFF2-40B4-BE49-F238E27FC236}">
                <a16:creationId xmlns:a16="http://schemas.microsoft.com/office/drawing/2014/main" id="{D6D83235-5B87-98EA-C5D8-7B8048E402D2}"/>
              </a:ext>
            </a:extLst>
          </p:cNvPr>
          <p:cNvSpPr>
            <a:spLocks noGrp="1"/>
          </p:cNvSpPr>
          <p:nvPr>
            <p:ph sz="half" idx="2"/>
          </p:nvPr>
        </p:nvSpPr>
        <p:spPr>
          <a:solidFill>
            <a:srgbClr val="3D2683"/>
          </a:solidFill>
        </p:spPr>
        <p:txBody>
          <a:bodyPr>
            <a:normAutofit fontScale="55000" lnSpcReduction="20000"/>
          </a:bodyPr>
          <a:lstStyle/>
          <a:p>
            <a:pPr marL="0" indent="0">
              <a:buNone/>
            </a:pPr>
            <a:r>
              <a:rPr lang="en-US" dirty="0">
                <a:solidFill>
                  <a:srgbClr val="4EC9B0"/>
                </a:solidFill>
                <a:effectLst/>
                <a:latin typeface="Consolas" panose="020B0609020204030204" pitchFamily="49" charset="0"/>
              </a:rPr>
              <a:t>module</a:t>
            </a:r>
            <a:r>
              <a:rPr lang="en-US" dirty="0">
                <a:solidFill>
                  <a:srgbClr val="D4D4D4"/>
                </a:solidFill>
                <a:effectLst/>
                <a:latin typeface="Consolas" panose="020B0609020204030204" pitchFamily="49" charset="0"/>
              </a:rPr>
              <a:t> </a:t>
            </a:r>
            <a:r>
              <a:rPr lang="en-US" dirty="0">
                <a:solidFill>
                  <a:srgbClr val="4FC1FF"/>
                </a:solidFill>
                <a:effectLst/>
                <a:latin typeface="Consolas" panose="020B0609020204030204" pitchFamily="49" charset="0"/>
              </a:rPr>
              <a:t>"</a:t>
            </a:r>
            <a:r>
              <a:rPr lang="en-US" dirty="0" err="1">
                <a:solidFill>
                  <a:srgbClr val="4FC1FF"/>
                </a:solidFill>
                <a:effectLst/>
                <a:latin typeface="Consolas" panose="020B0609020204030204" pitchFamily="49" charset="0"/>
              </a:rPr>
              <a:t>my_vpc</a:t>
            </a:r>
            <a:r>
              <a:rPr lang="en-US" dirty="0">
                <a:solidFill>
                  <a:srgbClr val="4FC1FF"/>
                </a:solidFill>
                <a:effectLst/>
                <a:latin typeface="Consolas" panose="020B0609020204030204" pitchFamily="49" charset="0"/>
              </a:rPr>
              <a:t>"</a:t>
            </a:r>
            <a:r>
              <a:rPr lang="en-US" dirty="0">
                <a:solidFill>
                  <a:srgbClr val="D4D4D4"/>
                </a:solidFill>
                <a:effectLst/>
                <a:latin typeface="Consolas" panose="020B0609020204030204" pitchFamily="49" charset="0"/>
              </a:rPr>
              <a:t> {</a:t>
            </a:r>
          </a:p>
          <a:p>
            <a:pPr marL="0" indent="0">
              <a:buNone/>
            </a:pPr>
            <a:r>
              <a:rPr lang="en-US" dirty="0">
                <a:solidFill>
                  <a:srgbClr val="9CDCFE"/>
                </a:solidFill>
                <a:effectLst/>
                <a:latin typeface="Consolas" panose="020B0609020204030204" pitchFamily="49" charset="0"/>
              </a:rPr>
              <a:t>  source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a:solidFill>
                  <a:srgbClr val="CE9178"/>
                </a:solidFill>
                <a:effectLst/>
                <a:latin typeface="Consolas" panose="020B0609020204030204" pitchFamily="49" charset="0"/>
              </a:rPr>
              <a:t>"./modules/</a:t>
            </a:r>
            <a:r>
              <a:rPr lang="en-US" dirty="0" err="1">
                <a:solidFill>
                  <a:srgbClr val="CE9178"/>
                </a:solidFill>
                <a:effectLst/>
                <a:latin typeface="Consolas" panose="020B0609020204030204" pitchFamily="49" charset="0"/>
              </a:rPr>
              <a:t>vpc</a:t>
            </a:r>
            <a:r>
              <a:rPr lang="en-US" dirty="0">
                <a:solidFill>
                  <a:srgbClr val="CE9178"/>
                </a:solidFill>
                <a:effectLst/>
                <a:latin typeface="Consolas" panose="020B0609020204030204" pitchFamily="49" charset="0"/>
              </a:rPr>
              <a:t>"</a:t>
            </a:r>
            <a:endParaRPr lang="en-US" dirty="0">
              <a:solidFill>
                <a:srgbClr val="D4D4D4"/>
              </a:solidFill>
              <a:effectLst/>
              <a:latin typeface="Consolas" panose="020B0609020204030204" pitchFamily="49" charset="0"/>
            </a:endParaRPr>
          </a:p>
          <a:p>
            <a:pPr marL="0" indent="0">
              <a:buNone/>
            </a:pPr>
            <a:r>
              <a:rPr lang="en-US" dirty="0">
                <a:solidFill>
                  <a:srgbClr val="9CDCFE"/>
                </a:solidFill>
                <a:effectLst/>
                <a:latin typeface="Consolas" panose="020B0609020204030204" pitchFamily="49" charset="0"/>
              </a:rPr>
              <a:t>  </a:t>
            </a:r>
            <a:r>
              <a:rPr lang="en-US" dirty="0" err="1">
                <a:solidFill>
                  <a:srgbClr val="9CDCFE"/>
                </a:solidFill>
                <a:effectLst/>
                <a:latin typeface="Consolas" panose="020B0609020204030204" pitchFamily="49" charset="0"/>
              </a:rPr>
              <a:t>cidr_block</a:t>
            </a:r>
            <a:r>
              <a:rPr lang="en-US" dirty="0">
                <a:solidFill>
                  <a:srgbClr val="9CDCFE"/>
                </a:solidFill>
                <a:effectLst/>
                <a:latin typeface="Consolas" panose="020B0609020204030204" pitchFamily="49" charset="0"/>
              </a:rPr>
              <a:t>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a:solidFill>
                  <a:srgbClr val="CE9178"/>
                </a:solidFill>
                <a:effectLst/>
                <a:latin typeface="Consolas" panose="020B0609020204030204" pitchFamily="49" charset="0"/>
              </a:rPr>
              <a:t>"10.0.0.0/16"</a:t>
            </a:r>
            <a:endParaRPr lang="en-US" dirty="0">
              <a:solidFill>
                <a:srgbClr val="D4D4D4"/>
              </a:solidFill>
              <a:effectLst/>
              <a:latin typeface="Consolas" panose="020B0609020204030204" pitchFamily="49" charset="0"/>
            </a:endParaRPr>
          </a:p>
          <a:p>
            <a:pPr marL="0" indent="0">
              <a:buNone/>
            </a:pPr>
            <a:r>
              <a:rPr lang="en-US" dirty="0">
                <a:solidFill>
                  <a:srgbClr val="9CDCFE"/>
                </a:solidFill>
                <a:effectLst/>
                <a:latin typeface="Consolas" panose="020B0609020204030204" pitchFamily="49" charset="0"/>
              </a:rPr>
              <a:t>  region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a:solidFill>
                  <a:srgbClr val="CE9178"/>
                </a:solidFill>
                <a:effectLst/>
                <a:latin typeface="Consolas" panose="020B0609020204030204" pitchFamily="49" charset="0"/>
              </a:rPr>
              <a:t>"us-west-2"</a:t>
            </a:r>
            <a:endParaRPr lang="en-US" dirty="0">
              <a:solidFill>
                <a:srgbClr val="D4D4D4"/>
              </a:solidFill>
              <a:effectLst/>
              <a:latin typeface="Consolas" panose="020B0609020204030204" pitchFamily="49" charset="0"/>
            </a:endParaRPr>
          </a:p>
          <a:p>
            <a:pPr marL="0" indent="0">
              <a:buNone/>
            </a:pPr>
            <a:r>
              <a:rPr lang="en-US" dirty="0">
                <a:solidFill>
                  <a:srgbClr val="D4D4D4"/>
                </a:solidFill>
                <a:effectLst/>
                <a:latin typeface="Consolas" panose="020B0609020204030204" pitchFamily="49" charset="0"/>
              </a:rPr>
              <a:t>}</a:t>
            </a:r>
          </a:p>
          <a:p>
            <a:pPr marL="0" indent="0">
              <a:buNone/>
            </a:pPr>
            <a:br>
              <a:rPr lang="en-US" dirty="0">
                <a:solidFill>
                  <a:srgbClr val="D4D4D4"/>
                </a:solidFill>
                <a:effectLst/>
                <a:latin typeface="Consolas" panose="020B0609020204030204" pitchFamily="49" charset="0"/>
              </a:rPr>
            </a:br>
            <a:r>
              <a:rPr lang="en-US" dirty="0">
                <a:solidFill>
                  <a:srgbClr val="4EC9B0"/>
                </a:solidFill>
                <a:effectLst/>
                <a:latin typeface="Consolas" panose="020B0609020204030204" pitchFamily="49" charset="0"/>
              </a:rPr>
              <a:t>module</a:t>
            </a:r>
            <a:r>
              <a:rPr lang="en-US" dirty="0">
                <a:solidFill>
                  <a:srgbClr val="D4D4D4"/>
                </a:solidFill>
                <a:effectLst/>
                <a:latin typeface="Consolas" panose="020B0609020204030204" pitchFamily="49" charset="0"/>
              </a:rPr>
              <a:t> </a:t>
            </a:r>
            <a:r>
              <a:rPr lang="en-US" dirty="0">
                <a:solidFill>
                  <a:srgbClr val="4FC1FF"/>
                </a:solidFill>
                <a:effectLst/>
                <a:latin typeface="Consolas" panose="020B0609020204030204" pitchFamily="49" charset="0"/>
              </a:rPr>
              <a:t>"</a:t>
            </a:r>
            <a:r>
              <a:rPr lang="en-US" dirty="0" err="1">
                <a:solidFill>
                  <a:srgbClr val="4FC1FF"/>
                </a:solidFill>
                <a:effectLst/>
                <a:latin typeface="Consolas" panose="020B0609020204030204" pitchFamily="49" charset="0"/>
              </a:rPr>
              <a:t>my_subnets_sg</a:t>
            </a:r>
            <a:r>
              <a:rPr lang="en-US" dirty="0">
                <a:solidFill>
                  <a:srgbClr val="4FC1FF"/>
                </a:solidFill>
                <a:effectLst/>
                <a:latin typeface="Consolas" panose="020B0609020204030204" pitchFamily="49" charset="0"/>
              </a:rPr>
              <a:t>"</a:t>
            </a:r>
            <a:r>
              <a:rPr lang="en-US" dirty="0">
                <a:solidFill>
                  <a:srgbClr val="D4D4D4"/>
                </a:solidFill>
                <a:effectLst/>
                <a:latin typeface="Consolas" panose="020B0609020204030204" pitchFamily="49" charset="0"/>
              </a:rPr>
              <a:t> {</a:t>
            </a:r>
          </a:p>
          <a:p>
            <a:pPr marL="0" indent="0">
              <a:buNone/>
            </a:pPr>
            <a:r>
              <a:rPr lang="en-US" dirty="0">
                <a:solidFill>
                  <a:srgbClr val="9CDCFE"/>
                </a:solidFill>
                <a:effectLst/>
                <a:latin typeface="Consolas" panose="020B0609020204030204" pitchFamily="49" charset="0"/>
              </a:rPr>
              <a:t>  source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a:solidFill>
                  <a:srgbClr val="CE9178"/>
                </a:solidFill>
                <a:effectLst/>
                <a:latin typeface="Consolas" panose="020B0609020204030204" pitchFamily="49" charset="0"/>
              </a:rPr>
              <a:t>"./modules/</a:t>
            </a:r>
            <a:r>
              <a:rPr lang="en-US" dirty="0" err="1">
                <a:solidFill>
                  <a:srgbClr val="CE9178"/>
                </a:solidFill>
                <a:effectLst/>
                <a:latin typeface="Consolas" panose="020B0609020204030204" pitchFamily="49" charset="0"/>
              </a:rPr>
              <a:t>subnets_sg</a:t>
            </a:r>
            <a:r>
              <a:rPr lang="en-US" dirty="0">
                <a:solidFill>
                  <a:srgbClr val="CE9178"/>
                </a:solidFill>
                <a:effectLst/>
                <a:latin typeface="Consolas" panose="020B0609020204030204" pitchFamily="49" charset="0"/>
              </a:rPr>
              <a:t>"</a:t>
            </a:r>
            <a:endParaRPr lang="en-US" dirty="0">
              <a:solidFill>
                <a:srgbClr val="D4D4D4"/>
              </a:solidFill>
              <a:effectLst/>
              <a:latin typeface="Consolas" panose="020B0609020204030204" pitchFamily="49" charset="0"/>
            </a:endParaRPr>
          </a:p>
          <a:p>
            <a:pPr marL="0" indent="0">
              <a:buNone/>
            </a:pPr>
            <a:r>
              <a:rPr lang="en-US" dirty="0">
                <a:solidFill>
                  <a:srgbClr val="9CDCFE"/>
                </a:solidFill>
                <a:effectLst/>
                <a:latin typeface="Consolas" panose="020B0609020204030204" pitchFamily="49" charset="0"/>
              </a:rPr>
              <a:t>  </a:t>
            </a:r>
            <a:r>
              <a:rPr lang="en-US" dirty="0" err="1">
                <a:solidFill>
                  <a:srgbClr val="9CDCFE"/>
                </a:solidFill>
                <a:effectLst/>
                <a:latin typeface="Consolas" panose="020B0609020204030204" pitchFamily="49" charset="0"/>
              </a:rPr>
              <a:t>vpc_id</a:t>
            </a:r>
            <a:r>
              <a:rPr lang="en-US" dirty="0">
                <a:solidFill>
                  <a:srgbClr val="9CDCFE"/>
                </a:solidFill>
                <a:effectLst/>
                <a:latin typeface="Consolas" panose="020B0609020204030204" pitchFamily="49" charset="0"/>
              </a:rPr>
              <a:t>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err="1">
                <a:solidFill>
                  <a:srgbClr val="9CDCFE"/>
                </a:solidFill>
                <a:effectLst/>
                <a:latin typeface="Consolas" panose="020B0609020204030204" pitchFamily="49" charset="0"/>
              </a:rPr>
              <a:t>module</a:t>
            </a:r>
            <a:r>
              <a:rPr lang="en-US" dirty="0" err="1">
                <a:solidFill>
                  <a:srgbClr val="D4D4D4"/>
                </a:solidFill>
                <a:effectLst/>
                <a:latin typeface="Consolas" panose="020B0609020204030204" pitchFamily="49" charset="0"/>
              </a:rPr>
              <a:t>.</a:t>
            </a:r>
            <a:r>
              <a:rPr lang="en-US" dirty="0" err="1">
                <a:solidFill>
                  <a:srgbClr val="9CDCFE"/>
                </a:solidFill>
                <a:effectLst/>
                <a:latin typeface="Consolas" panose="020B0609020204030204" pitchFamily="49" charset="0"/>
              </a:rPr>
              <a:t>my_vpc</a:t>
            </a:r>
            <a:r>
              <a:rPr lang="en-US" dirty="0" err="1">
                <a:solidFill>
                  <a:srgbClr val="D4D4D4"/>
                </a:solidFill>
                <a:effectLst/>
                <a:latin typeface="Consolas" panose="020B0609020204030204" pitchFamily="49" charset="0"/>
              </a:rPr>
              <a:t>.</a:t>
            </a:r>
            <a:r>
              <a:rPr lang="en-US" dirty="0" err="1">
                <a:solidFill>
                  <a:srgbClr val="9CDCFE"/>
                </a:solidFill>
                <a:effectLst/>
                <a:latin typeface="Consolas" panose="020B0609020204030204" pitchFamily="49" charset="0"/>
              </a:rPr>
              <a:t>vpc_id</a:t>
            </a:r>
            <a:endParaRPr lang="en-US" dirty="0">
              <a:solidFill>
                <a:srgbClr val="D4D4D4"/>
              </a:solidFill>
              <a:effectLst/>
              <a:latin typeface="Consolas" panose="020B0609020204030204" pitchFamily="49" charset="0"/>
            </a:endParaRPr>
          </a:p>
          <a:p>
            <a:pPr marL="0" indent="0">
              <a:buNone/>
            </a:pPr>
            <a:r>
              <a:rPr lang="en-US" dirty="0">
                <a:solidFill>
                  <a:srgbClr val="9CDCFE"/>
                </a:solidFill>
                <a:effectLst/>
                <a:latin typeface="Consolas" panose="020B0609020204030204" pitchFamily="49" charset="0"/>
              </a:rPr>
              <a:t>  </a:t>
            </a:r>
            <a:r>
              <a:rPr lang="en-US" dirty="0" err="1">
                <a:solidFill>
                  <a:srgbClr val="9CDCFE"/>
                </a:solidFill>
                <a:effectLst/>
                <a:latin typeface="Consolas" panose="020B0609020204030204" pitchFamily="49" charset="0"/>
              </a:rPr>
              <a:t>availability_zones</a:t>
            </a:r>
            <a:r>
              <a:rPr lang="en-US" dirty="0">
                <a:solidFill>
                  <a:srgbClr val="9CDCFE"/>
                </a:solidFill>
                <a:effectLst/>
                <a:latin typeface="Consolas" panose="020B0609020204030204" pitchFamily="49" charset="0"/>
              </a:rPr>
              <a:t> </a:t>
            </a:r>
            <a:r>
              <a:rPr lang="en-US" dirty="0">
                <a:solidFill>
                  <a:srgbClr val="D4D4D4"/>
                </a:solidFill>
                <a:effectLst/>
                <a:latin typeface="Consolas" panose="020B0609020204030204" pitchFamily="49" charset="0"/>
              </a:rPr>
              <a:t>=</a:t>
            </a:r>
            <a:r>
              <a:rPr lang="en-US" dirty="0">
                <a:solidFill>
                  <a:srgbClr val="9CDCFE"/>
                </a:solidFill>
                <a:effectLst/>
                <a:latin typeface="Consolas" panose="020B0609020204030204" pitchFamily="49" charset="0"/>
              </a:rPr>
              <a:t> </a:t>
            </a:r>
            <a:r>
              <a:rPr lang="en-US" dirty="0">
                <a:solidFill>
                  <a:srgbClr val="D4D4D4"/>
                </a:solidFill>
                <a:effectLst/>
                <a:latin typeface="Consolas" panose="020B0609020204030204" pitchFamily="49" charset="0"/>
              </a:rPr>
              <a:t>[</a:t>
            </a:r>
          </a:p>
          <a:p>
            <a:pPr marL="0" indent="0">
              <a:buNone/>
            </a:pPr>
            <a:r>
              <a:rPr lang="en-US" dirty="0">
                <a:solidFill>
                  <a:srgbClr val="D4D4D4"/>
                </a:solidFill>
                <a:latin typeface="Consolas" panose="020B0609020204030204" pitchFamily="49" charset="0"/>
              </a:rPr>
              <a:t>   </a:t>
            </a:r>
            <a:r>
              <a:rPr lang="en-US" dirty="0">
                <a:solidFill>
                  <a:srgbClr val="CE9178"/>
                </a:solidFill>
                <a:effectLst/>
                <a:latin typeface="Consolas" panose="020B0609020204030204" pitchFamily="49" charset="0"/>
              </a:rPr>
              <a:t>"us-west-2a"</a:t>
            </a:r>
            <a:endParaRPr lang="en-US" dirty="0">
              <a:solidFill>
                <a:srgbClr val="D4D4D4"/>
              </a:solidFill>
              <a:effectLst/>
              <a:latin typeface="Consolas" panose="020B0609020204030204" pitchFamily="49" charset="0"/>
            </a:endParaRPr>
          </a:p>
          <a:p>
            <a:pPr marL="0" indent="0">
              <a:buNone/>
            </a:pPr>
            <a:r>
              <a:rPr lang="en-US" dirty="0">
                <a:solidFill>
                  <a:srgbClr val="CE9178"/>
                </a:solidFill>
                <a:effectLst/>
                <a:latin typeface="Consolas" panose="020B0609020204030204" pitchFamily="49" charset="0"/>
              </a:rPr>
              <a:t>   "us-west-2b"</a:t>
            </a:r>
          </a:p>
          <a:p>
            <a:pPr marL="0" indent="0">
              <a:buNone/>
            </a:pPr>
            <a:r>
              <a:rPr lang="en-US" dirty="0">
                <a:solidFill>
                  <a:srgbClr val="D4D4D4"/>
                </a:solidFill>
                <a:effectLst/>
                <a:latin typeface="Consolas" panose="020B0609020204030204" pitchFamily="49" charset="0"/>
              </a:rPr>
              <a:t>  ]</a:t>
            </a:r>
          </a:p>
          <a:p>
            <a:pPr marL="0" indent="0">
              <a:buNone/>
            </a:pPr>
            <a:r>
              <a:rPr lang="en-US" dirty="0">
                <a:solidFill>
                  <a:srgbClr val="D4D4D4"/>
                </a:solidFill>
                <a:effectLst/>
                <a:latin typeface="Consolas" panose="020B0609020204030204" pitchFamily="49" charset="0"/>
              </a:rPr>
              <a:t>}</a:t>
            </a:r>
          </a:p>
        </p:txBody>
      </p:sp>
      <p:sp>
        <p:nvSpPr>
          <p:cNvPr id="3" name="Espace réservé du texte 2">
            <a:extLst>
              <a:ext uri="{FF2B5EF4-FFF2-40B4-BE49-F238E27FC236}">
                <a16:creationId xmlns:a16="http://schemas.microsoft.com/office/drawing/2014/main" id="{AC84F247-6565-7F5F-F2CD-7344EC9B79D2}"/>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7" name="Espace réservé du texte 6">
            <a:extLst>
              <a:ext uri="{FF2B5EF4-FFF2-40B4-BE49-F238E27FC236}">
                <a16:creationId xmlns:a16="http://schemas.microsoft.com/office/drawing/2014/main" id="{52209D27-D4E5-D223-D41D-05B5B4B99DE9}"/>
              </a:ext>
            </a:extLst>
          </p:cNvPr>
          <p:cNvSpPr>
            <a:spLocks noGrp="1"/>
          </p:cNvSpPr>
          <p:nvPr>
            <p:ph type="body" sz="quarter" idx="15"/>
          </p:nvPr>
        </p:nvSpPr>
        <p:spPr/>
        <p:txBody>
          <a:bodyPr/>
          <a:lstStyle/>
          <a:p>
            <a:r>
              <a:rPr lang="en-US" dirty="0"/>
              <a:t>Module Block</a:t>
            </a:r>
          </a:p>
        </p:txBody>
      </p:sp>
    </p:spTree>
    <p:extLst>
      <p:ext uri="{BB962C8B-B14F-4D97-AF65-F5344CB8AC3E}">
        <p14:creationId xmlns:p14="http://schemas.microsoft.com/office/powerpoint/2010/main" val="512198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9E41EDA-8662-3816-B8FD-43868BF25874}"/>
              </a:ext>
            </a:extLst>
          </p:cNvPr>
          <p:cNvSpPr>
            <a:spLocks noGrp="1"/>
          </p:cNvSpPr>
          <p:nvPr>
            <p:ph idx="1"/>
          </p:nvPr>
        </p:nvSpPr>
        <p:spPr/>
        <p:txBody>
          <a:bodyPr/>
          <a:lstStyle/>
          <a:p>
            <a:pPr marL="0" indent="0">
              <a:buNone/>
            </a:pPr>
            <a:r>
              <a:rPr lang="en-US" dirty="0"/>
              <a:t>Imagine you work for a growing e-commerce company that plans to expand its web application to multiple AWS regions to improve availability and reduce latency for users worldwide. The application uses various AWS services like Amazon EC2 instances, RDS databases, S3 buckets, and CloudFront distributions.</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Example: Growing eCommerce Application</a:t>
            </a:r>
          </a:p>
        </p:txBody>
      </p:sp>
    </p:spTree>
    <p:extLst>
      <p:ext uri="{BB962C8B-B14F-4D97-AF65-F5344CB8AC3E}">
        <p14:creationId xmlns:p14="http://schemas.microsoft.com/office/powerpoint/2010/main" val="151421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9E41EDA-8662-3816-B8FD-43868BF25874}"/>
              </a:ext>
            </a:extLst>
          </p:cNvPr>
          <p:cNvSpPr>
            <a:spLocks noGrp="1"/>
          </p:cNvSpPr>
          <p:nvPr>
            <p:ph idx="1"/>
          </p:nvPr>
        </p:nvSpPr>
        <p:spPr/>
        <p:txBody>
          <a:bodyPr>
            <a:normAutofit/>
          </a:bodyPr>
          <a:lstStyle/>
          <a:p>
            <a:r>
              <a:rPr lang="en-US" b="1" dirty="0"/>
              <a:t>Complexity</a:t>
            </a:r>
            <a:r>
              <a:rPr lang="en-US" dirty="0"/>
              <a:t>: Managing resources and configurations for multiple AWS regions can become complex and error-prone if not properly structured.</a:t>
            </a:r>
          </a:p>
          <a:p>
            <a:r>
              <a:rPr lang="en-US" b="1" dirty="0"/>
              <a:t>Reusability</a:t>
            </a:r>
            <a:r>
              <a:rPr lang="en-US" dirty="0"/>
              <a:t>: You want to reuse configurations for specific components like EC2 instances, RDS databases, and S3 buckets across regions.</a:t>
            </a:r>
          </a:p>
          <a:p>
            <a:r>
              <a:rPr lang="en-US" b="1" dirty="0"/>
              <a:t>Consistency</a:t>
            </a:r>
            <a:r>
              <a:rPr lang="en-US" dirty="0"/>
              <a:t>: Ensuring consistent security groups, IAM policies, and naming conventions across regions is crucial for security and compliance.</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Example: Growing eCommerce Application – Challenges</a:t>
            </a:r>
          </a:p>
        </p:txBody>
      </p:sp>
    </p:spTree>
    <p:extLst>
      <p:ext uri="{BB962C8B-B14F-4D97-AF65-F5344CB8AC3E}">
        <p14:creationId xmlns:p14="http://schemas.microsoft.com/office/powerpoint/2010/main" val="301508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9E41EDA-8662-3816-B8FD-43868BF25874}"/>
              </a:ext>
            </a:extLst>
          </p:cNvPr>
          <p:cNvSpPr>
            <a:spLocks noGrp="1"/>
          </p:cNvSpPr>
          <p:nvPr>
            <p:ph idx="1"/>
          </p:nvPr>
        </p:nvSpPr>
        <p:spPr/>
        <p:txBody>
          <a:bodyPr>
            <a:normAutofit fontScale="85000" lnSpcReduction="20000"/>
          </a:bodyPr>
          <a:lstStyle/>
          <a:p>
            <a:pPr marL="0" indent="0">
              <a:buNone/>
            </a:pPr>
            <a:r>
              <a:rPr lang="en-US" dirty="0"/>
              <a:t>Region-Agnostic Modules:</a:t>
            </a:r>
          </a:p>
          <a:p>
            <a:pPr lvl="1"/>
            <a:r>
              <a:rPr lang="en-US" dirty="0"/>
              <a:t>You create modules for common resources that are region-agnostic, such as IAM roles, security groups, and naming conventions.</a:t>
            </a:r>
          </a:p>
          <a:p>
            <a:pPr lvl="1"/>
            <a:r>
              <a:rPr lang="en-US" dirty="0"/>
              <a:t>These modules ensure consistency in configurations across regions and allow you to make updates in one place.</a:t>
            </a:r>
          </a:p>
          <a:p>
            <a:pPr marL="0" indent="0">
              <a:buNone/>
            </a:pPr>
            <a:r>
              <a:rPr lang="en-US" dirty="0"/>
              <a:t>Region-Specific Modules:</a:t>
            </a:r>
          </a:p>
          <a:p>
            <a:pPr lvl="1"/>
            <a:r>
              <a:rPr lang="en-US" dirty="0"/>
              <a:t>For resources that are region-specific, like EC2 instances and RDS databases, you create region-specific modules.</a:t>
            </a:r>
          </a:p>
          <a:p>
            <a:pPr lvl="1"/>
            <a:r>
              <a:rPr lang="en-US" dirty="0"/>
              <a:t>These modules are parameterized to accept region-specific input variables, allowing you to reuse the same module with different configurations for each region.</a:t>
            </a:r>
          </a:p>
          <a:p>
            <a:pPr marL="0" indent="0">
              <a:buNone/>
            </a:pPr>
            <a:r>
              <a:rPr lang="en-US" dirty="0"/>
              <a:t>Composition:</a:t>
            </a:r>
          </a:p>
          <a:p>
            <a:pPr lvl="1"/>
            <a:r>
              <a:rPr lang="en-US" dirty="0"/>
              <a:t>In your main Terraform configuration, you compose the infrastructure for each region using the appropriate region-specific modules.</a:t>
            </a:r>
          </a:p>
          <a:p>
            <a:pPr lvl="1"/>
            <a:r>
              <a:rPr lang="en-US" dirty="0"/>
              <a:t>You set input variables to customize each region's configuration as needed.</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1. Organizing Configuration Code with Modules</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Example: Growing eCommerce Application – Solution</a:t>
            </a:r>
          </a:p>
        </p:txBody>
      </p:sp>
    </p:spTree>
    <p:extLst>
      <p:ext uri="{BB962C8B-B14F-4D97-AF65-F5344CB8AC3E}">
        <p14:creationId xmlns:p14="http://schemas.microsoft.com/office/powerpoint/2010/main" val="272346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CD917FE-5992-6BE9-8621-44D97D7369BC}"/>
              </a:ext>
            </a:extLst>
          </p:cNvPr>
          <p:cNvSpPr>
            <a:spLocks noGrp="1"/>
          </p:cNvSpPr>
          <p:nvPr>
            <p:ph type="body" sz="quarter" idx="10"/>
          </p:nvPr>
        </p:nvSpPr>
        <p:spPr/>
        <p:txBody>
          <a:bodyPr vert="horz" lIns="91440" tIns="45720" rIns="91440" bIns="45720" rtlCol="0" anchor="t">
            <a:normAutofit/>
          </a:bodyPr>
          <a:lstStyle/>
          <a:p>
            <a:pPr marL="0" indent="0">
              <a:buNone/>
            </a:pPr>
            <a:r>
              <a:rPr lang="en-US"/>
              <a:t>1. </a:t>
            </a:r>
            <a:r>
              <a:rPr lang="en-US" dirty="0"/>
              <a:t>Organizing Configuration Code with Modules</a:t>
            </a:r>
          </a:p>
        </p:txBody>
      </p:sp>
    </p:spTree>
    <p:extLst>
      <p:ext uri="{BB962C8B-B14F-4D97-AF65-F5344CB8AC3E}">
        <p14:creationId xmlns:p14="http://schemas.microsoft.com/office/powerpoint/2010/main" val="3269817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0E105F3-BC36-9B9A-805E-53C6C674CA4F}"/>
              </a:ext>
            </a:extLst>
          </p:cNvPr>
          <p:cNvSpPr>
            <a:spLocks noGrp="1"/>
          </p:cNvSpPr>
          <p:nvPr>
            <p:ph type="body" sz="quarter" idx="10"/>
          </p:nvPr>
        </p:nvSpPr>
        <p:spPr/>
        <p:txBody>
          <a:bodyPr>
            <a:normAutofit/>
          </a:bodyPr>
          <a:lstStyle/>
          <a:p>
            <a:r>
              <a:rPr lang="en-US"/>
              <a:t>2. Variables and Output</a:t>
            </a:r>
          </a:p>
        </p:txBody>
      </p:sp>
    </p:spTree>
    <p:extLst>
      <p:ext uri="{BB962C8B-B14F-4D97-AF65-F5344CB8AC3E}">
        <p14:creationId xmlns:p14="http://schemas.microsoft.com/office/powerpoint/2010/main" val="2970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7B815DF-6C53-2CFD-454C-DE3C5655FE67}"/>
              </a:ext>
            </a:extLst>
          </p:cNvPr>
          <p:cNvSpPr>
            <a:spLocks noGrp="1"/>
          </p:cNvSpPr>
          <p:nvPr>
            <p:ph sz="half" idx="1"/>
          </p:nvPr>
        </p:nvSpPr>
        <p:spPr/>
        <p:txBody>
          <a:bodyPr>
            <a:normAutofit fontScale="92500"/>
          </a:bodyPr>
          <a:lstStyle/>
          <a:p>
            <a:pPr marL="0" indent="0">
              <a:buNone/>
            </a:pPr>
            <a:r>
              <a:rPr lang="en-US" dirty="0"/>
              <a:t>Use when creating </a:t>
            </a:r>
            <a:r>
              <a:rPr lang="en-US" b="1" dirty="0"/>
              <a:t>reusable modules </a:t>
            </a:r>
            <a:r>
              <a:rPr lang="en-US" dirty="0"/>
              <a:t>that need to accept different values for specific configurations.</a:t>
            </a:r>
          </a:p>
          <a:p>
            <a:r>
              <a:rPr lang="en-US" dirty="0"/>
              <a:t>Terraform supports various data types for input variables, including strings, numbers, </a:t>
            </a:r>
            <a:r>
              <a:rPr lang="en-US" dirty="0" err="1"/>
              <a:t>booleans</a:t>
            </a:r>
            <a:r>
              <a:rPr lang="en-US" dirty="0"/>
              <a:t>, lists, maps, and objects.</a:t>
            </a:r>
          </a:p>
          <a:p>
            <a:r>
              <a:rPr lang="en-US" dirty="0"/>
              <a:t>It is possible to define a Default Value if none has been given</a:t>
            </a:r>
          </a:p>
          <a:p>
            <a:pPr marL="0" indent="0">
              <a:buNone/>
            </a:pPr>
            <a:endParaRPr lang="en-US" dirty="0"/>
          </a:p>
        </p:txBody>
      </p:sp>
      <p:sp>
        <p:nvSpPr>
          <p:cNvPr id="6" name="Espace réservé du contenu 5">
            <a:extLst>
              <a:ext uri="{FF2B5EF4-FFF2-40B4-BE49-F238E27FC236}">
                <a16:creationId xmlns:a16="http://schemas.microsoft.com/office/drawing/2014/main" id="{D4EBAB73-5AC3-8F5B-2808-83C00C093193}"/>
              </a:ext>
            </a:extLst>
          </p:cNvPr>
          <p:cNvSpPr>
            <a:spLocks noGrp="1"/>
          </p:cNvSpPr>
          <p:nvPr>
            <p:ph sz="half" idx="2"/>
          </p:nvPr>
        </p:nvSpPr>
        <p:spPr>
          <a:solidFill>
            <a:srgbClr val="3D2683"/>
          </a:solidFill>
        </p:spPr>
        <p:txBody>
          <a:bodyPr>
            <a:noAutofit/>
          </a:bodyPr>
          <a:lstStyle/>
          <a:p>
            <a:pPr marL="0" indent="0">
              <a:buNone/>
            </a:pPr>
            <a:r>
              <a:rPr lang="en-US" sz="1400" dirty="0">
                <a:solidFill>
                  <a:srgbClr val="6A9955"/>
                </a:solidFill>
                <a:effectLst/>
                <a:latin typeface="Consolas" panose="020B0609020204030204" pitchFamily="49" charset="0"/>
              </a:rPr>
              <a:t># Declare an input variable "</a:t>
            </a:r>
            <a:r>
              <a:rPr lang="en-US" sz="1400" dirty="0" err="1">
                <a:solidFill>
                  <a:srgbClr val="6A9955"/>
                </a:solidFill>
                <a:effectLst/>
                <a:latin typeface="Consolas" panose="020B0609020204030204" pitchFamily="49" charset="0"/>
              </a:rPr>
              <a:t>instance_type</a:t>
            </a:r>
            <a:r>
              <a:rPr lang="en-US" sz="1400" dirty="0">
                <a:solidFill>
                  <a:srgbClr val="6A9955"/>
                </a:solidFill>
                <a:effectLst/>
                <a:latin typeface="Consolas" panose="020B0609020204030204" pitchFamily="49" charset="0"/>
              </a:rPr>
              <a:t>"</a:t>
            </a:r>
            <a:endParaRPr lang="en-US" sz="1400" dirty="0">
              <a:solidFill>
                <a:srgbClr val="D4D4D4"/>
              </a:solidFill>
              <a:effectLst/>
              <a:latin typeface="Consolas" panose="020B0609020204030204" pitchFamily="49" charset="0"/>
            </a:endParaRPr>
          </a:p>
          <a:p>
            <a:pPr marL="0" indent="0">
              <a:buNone/>
            </a:pPr>
            <a:r>
              <a:rPr lang="en-US" sz="1400" dirty="0">
                <a:solidFill>
                  <a:srgbClr val="4EC9B0"/>
                </a:solidFill>
                <a:effectLst/>
                <a:latin typeface="Consolas" panose="020B0609020204030204" pitchFamily="49" charset="0"/>
              </a:rPr>
              <a:t>variable</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instance_type</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p>
          <a:p>
            <a:pPr marL="0" indent="0">
              <a:buNone/>
            </a:pPr>
            <a:r>
              <a:rPr lang="en-US" sz="1400" dirty="0">
                <a:solidFill>
                  <a:srgbClr val="D4D4D4"/>
                </a:solidFill>
                <a:latin typeface="Consolas" panose="020B0609020204030204" pitchFamily="49" charset="0"/>
              </a:rPr>
              <a:t>  </a:t>
            </a:r>
            <a:r>
              <a:rPr lang="en-US" sz="1400" dirty="0">
                <a:solidFill>
                  <a:srgbClr val="9CDCFE"/>
                </a:solidFill>
                <a:effectLst/>
                <a:latin typeface="Consolas" panose="020B0609020204030204" pitchFamily="49" charset="0"/>
              </a:rPr>
              <a:t>type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569CD6"/>
                </a:solidFill>
                <a:effectLst/>
                <a:latin typeface="Consolas" panose="020B0609020204030204" pitchFamily="49" charset="0"/>
              </a:rPr>
              <a:t>string</a:t>
            </a:r>
            <a:endParaRPr lang="en-US" sz="1400" dirty="0">
              <a:solidFill>
                <a:srgbClr val="D4D4D4"/>
              </a:solidFill>
              <a:effectLst/>
              <a:latin typeface="Consolas" panose="020B0609020204030204" pitchFamily="49" charset="0"/>
            </a:endParaRPr>
          </a:p>
          <a:p>
            <a:pPr marL="0" indent="0">
              <a:buNone/>
            </a:pPr>
            <a:r>
              <a:rPr lang="en-US" sz="1400" dirty="0">
                <a:solidFill>
                  <a:srgbClr val="9CDCFE"/>
                </a:solidFill>
                <a:effectLst/>
                <a:latin typeface="Consolas" panose="020B0609020204030204" pitchFamily="49" charset="0"/>
              </a:rPr>
              <a:t>  default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"t2.micro"</a:t>
            </a:r>
            <a:r>
              <a:rPr lang="en-US" sz="1400" dirty="0">
                <a:solidFill>
                  <a:srgbClr val="D4D4D4"/>
                </a:solidFill>
                <a:effectLst/>
                <a:latin typeface="Consolas" panose="020B0609020204030204" pitchFamily="49" charset="0"/>
              </a:rPr>
              <a:t> </a:t>
            </a:r>
            <a:r>
              <a:rPr lang="en-US" sz="1400" dirty="0">
                <a:solidFill>
                  <a:srgbClr val="6A9955"/>
                </a:solidFill>
                <a:effectLst/>
                <a:latin typeface="Consolas" panose="020B0609020204030204" pitchFamily="49" charset="0"/>
              </a:rPr>
              <a:t># Default value if not provided</a:t>
            </a:r>
            <a:endParaRPr lang="en-US" sz="1400" dirty="0">
              <a:solidFill>
                <a:srgbClr val="D4D4D4"/>
              </a:solidFill>
              <a:effectLst/>
              <a:latin typeface="Consolas" panose="020B0609020204030204" pitchFamily="49" charset="0"/>
            </a:endParaRPr>
          </a:p>
          <a:p>
            <a:pPr marL="0" indent="0">
              <a:buNone/>
            </a:pPr>
            <a:r>
              <a:rPr lang="en-US" sz="1400" dirty="0">
                <a:solidFill>
                  <a:srgbClr val="D4D4D4"/>
                </a:solidFill>
                <a:effectLst/>
                <a:latin typeface="Consolas" panose="020B0609020204030204" pitchFamily="49" charset="0"/>
              </a:rPr>
              <a:t>}</a:t>
            </a:r>
          </a:p>
          <a:p>
            <a:pPr marL="0" indent="0">
              <a:buNone/>
            </a:pPr>
            <a:br>
              <a:rPr lang="en-US" sz="1400" dirty="0">
                <a:solidFill>
                  <a:srgbClr val="D4D4D4"/>
                </a:solidFill>
                <a:effectLst/>
                <a:latin typeface="Consolas" panose="020B0609020204030204" pitchFamily="49" charset="0"/>
              </a:rPr>
            </a:br>
            <a:r>
              <a:rPr lang="en-US" sz="1400" dirty="0">
                <a:solidFill>
                  <a:srgbClr val="6A9955"/>
                </a:solidFill>
                <a:effectLst/>
                <a:latin typeface="Consolas" panose="020B0609020204030204" pitchFamily="49" charset="0"/>
              </a:rPr>
              <a:t># Create an AWS EC2 instance using the input variable</a:t>
            </a:r>
            <a:endParaRPr lang="en-US" sz="1400" dirty="0">
              <a:solidFill>
                <a:srgbClr val="D4D4D4"/>
              </a:solidFill>
              <a:effectLst/>
              <a:latin typeface="Consolas" panose="020B0609020204030204" pitchFamily="49" charset="0"/>
            </a:endParaRPr>
          </a:p>
          <a:p>
            <a:pPr marL="0" indent="0">
              <a:buNone/>
            </a:pPr>
            <a:r>
              <a:rPr lang="en-US" sz="1400" dirty="0">
                <a:solidFill>
                  <a:srgbClr val="4EC9B0"/>
                </a:solidFill>
                <a:effectLst/>
                <a:latin typeface="Consolas" panose="020B0609020204030204" pitchFamily="49" charset="0"/>
              </a:rPr>
              <a:t>resource</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aws_instance</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"example"</a:t>
            </a:r>
            <a:r>
              <a:rPr lang="en-US" sz="1400" dirty="0">
                <a:solidFill>
                  <a:srgbClr val="D4D4D4"/>
                </a:solidFill>
                <a:effectLst/>
                <a:latin typeface="Consolas" panose="020B0609020204030204" pitchFamily="49" charset="0"/>
              </a:rPr>
              <a:t> {</a:t>
            </a:r>
          </a:p>
          <a:p>
            <a:pPr marL="0" indent="0">
              <a:buNone/>
            </a:pPr>
            <a:r>
              <a:rPr lang="en-US" sz="1400" dirty="0">
                <a:solidFill>
                  <a:srgbClr val="9CDCFE"/>
                </a:solidFill>
                <a:effectLst/>
                <a:latin typeface="Consolas" panose="020B0609020204030204" pitchFamily="49" charset="0"/>
              </a:rPr>
              <a:t>  </a:t>
            </a:r>
            <a:r>
              <a:rPr lang="en-US" sz="1400" dirty="0" err="1">
                <a:solidFill>
                  <a:srgbClr val="9CDCFE"/>
                </a:solidFill>
                <a:effectLst/>
                <a:latin typeface="Consolas" panose="020B0609020204030204" pitchFamily="49" charset="0"/>
              </a:rPr>
              <a:t>ami</a:t>
            </a:r>
            <a:r>
              <a:rPr lang="en-US" sz="1400" dirty="0">
                <a:solidFill>
                  <a:srgbClr val="9CDCFE"/>
                </a:solidFill>
                <a:effectLst/>
                <a:latin typeface="Consolas" panose="020B0609020204030204" pitchFamily="49" charset="0"/>
              </a:rPr>
              <a:t>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"ami-12345678"</a:t>
            </a:r>
            <a:endParaRPr lang="en-US" sz="1400" dirty="0">
              <a:solidFill>
                <a:srgbClr val="D4D4D4"/>
              </a:solidFill>
              <a:effectLst/>
              <a:latin typeface="Consolas" panose="020B0609020204030204" pitchFamily="49" charset="0"/>
            </a:endParaRPr>
          </a:p>
          <a:p>
            <a:pPr marL="0" indent="0">
              <a:buNone/>
            </a:pPr>
            <a:r>
              <a:rPr lang="en-US" sz="1400" dirty="0">
                <a:solidFill>
                  <a:srgbClr val="6A9955"/>
                </a:solidFill>
                <a:effectLst/>
                <a:latin typeface="Consolas" panose="020B0609020204030204" pitchFamily="49" charset="0"/>
              </a:rPr>
              <a:t>  # Reference the input variable</a:t>
            </a:r>
            <a:endParaRPr lang="en-US" sz="1400" dirty="0">
              <a:solidFill>
                <a:srgbClr val="D4D4D4"/>
              </a:solidFill>
              <a:effectLst/>
              <a:latin typeface="Consolas" panose="020B0609020204030204" pitchFamily="49" charset="0"/>
            </a:endParaRPr>
          </a:p>
          <a:p>
            <a:pPr marL="0" indent="0">
              <a:buNone/>
            </a:pPr>
            <a:r>
              <a:rPr lang="en-US" sz="1400" dirty="0">
                <a:solidFill>
                  <a:srgbClr val="9CDCFE"/>
                </a:solidFill>
                <a:effectLst/>
                <a:latin typeface="Consolas" panose="020B0609020204030204" pitchFamily="49" charset="0"/>
              </a:rPr>
              <a:t>  </a:t>
            </a:r>
            <a:r>
              <a:rPr lang="en-US" sz="1400" dirty="0" err="1">
                <a:solidFill>
                  <a:srgbClr val="9CDCFE"/>
                </a:solidFill>
                <a:effectLst/>
                <a:latin typeface="Consolas" panose="020B0609020204030204" pitchFamily="49" charset="0"/>
              </a:rPr>
              <a:t>instance_type</a:t>
            </a:r>
            <a:r>
              <a:rPr lang="en-US" sz="1400" dirty="0">
                <a:solidFill>
                  <a:srgbClr val="9CDCFE"/>
                </a:solidFill>
                <a:effectLst/>
                <a:latin typeface="Consolas" panose="020B0609020204030204" pitchFamily="49" charset="0"/>
              </a:rPr>
              <a:t>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err="1">
                <a:solidFill>
                  <a:srgbClr val="9CDCFE"/>
                </a:solidFill>
                <a:effectLst/>
                <a:latin typeface="Consolas" panose="020B0609020204030204" pitchFamily="49" charset="0"/>
              </a:rPr>
              <a:t>var</a:t>
            </a:r>
            <a:r>
              <a:rPr lang="en-US" sz="1400" dirty="0" err="1">
                <a:solidFill>
                  <a:srgbClr val="D4D4D4"/>
                </a:solidFill>
                <a:effectLst/>
                <a:latin typeface="Consolas" panose="020B0609020204030204" pitchFamily="49" charset="0"/>
              </a:rPr>
              <a:t>.</a:t>
            </a:r>
            <a:r>
              <a:rPr lang="en-US" sz="1400" dirty="0" err="1">
                <a:solidFill>
                  <a:srgbClr val="9CDCFE"/>
                </a:solidFill>
                <a:effectLst/>
                <a:latin typeface="Consolas" panose="020B0609020204030204" pitchFamily="49" charset="0"/>
              </a:rPr>
              <a:t>instance_type</a:t>
            </a:r>
            <a:endParaRPr lang="en-US" sz="1400" dirty="0">
              <a:solidFill>
                <a:srgbClr val="D4D4D4"/>
              </a:solidFill>
              <a:latin typeface="Consolas" panose="020B0609020204030204" pitchFamily="49" charset="0"/>
            </a:endParaRPr>
          </a:p>
          <a:p>
            <a:pPr marL="0" indent="0">
              <a:buNone/>
            </a:pPr>
            <a:r>
              <a:rPr lang="en-US" sz="1400" dirty="0">
                <a:solidFill>
                  <a:srgbClr val="D4D4D4"/>
                </a:solidFill>
                <a:effectLst/>
                <a:latin typeface="Consolas" panose="020B0609020204030204" pitchFamily="49" charset="0"/>
              </a:rPr>
              <a:t>}</a:t>
            </a:r>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2. Variables and Output</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Input Variables</a:t>
            </a:r>
          </a:p>
        </p:txBody>
      </p:sp>
    </p:spTree>
    <p:extLst>
      <p:ext uri="{BB962C8B-B14F-4D97-AF65-F5344CB8AC3E}">
        <p14:creationId xmlns:p14="http://schemas.microsoft.com/office/powerpoint/2010/main" val="2675105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7B815DF-6C53-2CFD-454C-DE3C5655FE67}"/>
              </a:ext>
            </a:extLst>
          </p:cNvPr>
          <p:cNvSpPr>
            <a:spLocks noGrp="1"/>
          </p:cNvSpPr>
          <p:nvPr>
            <p:ph sz="half" idx="1"/>
          </p:nvPr>
        </p:nvSpPr>
        <p:spPr/>
        <p:txBody>
          <a:bodyPr>
            <a:normAutofit lnSpcReduction="10000"/>
          </a:bodyPr>
          <a:lstStyle/>
          <a:p>
            <a:pPr marL="0" indent="0">
              <a:buNone/>
            </a:pPr>
            <a:r>
              <a:rPr lang="en-US" b="1" dirty="0"/>
              <a:t>Root module</a:t>
            </a:r>
            <a:r>
              <a:rPr lang="en-US" dirty="0"/>
              <a:t>: </a:t>
            </a:r>
          </a:p>
          <a:p>
            <a:pPr marL="0" indent="0">
              <a:buNone/>
            </a:pPr>
            <a:r>
              <a:rPr lang="en-US" dirty="0"/>
              <a:t>Input variables can be defined:</a:t>
            </a:r>
          </a:p>
          <a:p>
            <a:r>
              <a:rPr lang="en-US" dirty="0"/>
              <a:t>in separate </a:t>
            </a:r>
            <a:r>
              <a:rPr lang="en-US" b="1" dirty="0"/>
              <a:t>variable files </a:t>
            </a:r>
            <a:r>
              <a:rPr lang="en-US" dirty="0"/>
              <a:t>(usually with a </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tfvars</a:t>
            </a:r>
            <a:r>
              <a:rPr lang="en-US" dirty="0"/>
              <a:t> extension)</a:t>
            </a:r>
          </a:p>
          <a:p>
            <a:endParaRPr lang="en-US" dirty="0"/>
          </a:p>
          <a:p>
            <a:r>
              <a:rPr lang="en-US" dirty="0"/>
              <a:t>or provided as </a:t>
            </a:r>
            <a:r>
              <a:rPr lang="en-US" b="1" dirty="0"/>
              <a:t>command-line arguments</a:t>
            </a:r>
            <a:r>
              <a:rPr lang="en-US" dirty="0"/>
              <a:t> or </a:t>
            </a:r>
            <a:r>
              <a:rPr lang="en-US" b="1" dirty="0"/>
              <a:t>environment variables</a:t>
            </a:r>
            <a:r>
              <a:rPr lang="en-US" dirty="0"/>
              <a:t> when running Terraform commands.</a:t>
            </a:r>
          </a:p>
        </p:txBody>
      </p:sp>
      <p:sp>
        <p:nvSpPr>
          <p:cNvPr id="6" name="Espace réservé du contenu 5">
            <a:extLst>
              <a:ext uri="{FF2B5EF4-FFF2-40B4-BE49-F238E27FC236}">
                <a16:creationId xmlns:a16="http://schemas.microsoft.com/office/drawing/2014/main" id="{D4EBAB73-5AC3-8F5B-2808-83C00C093193}"/>
              </a:ext>
            </a:extLst>
          </p:cNvPr>
          <p:cNvSpPr>
            <a:spLocks noGrp="1"/>
          </p:cNvSpPr>
          <p:nvPr>
            <p:ph sz="half" idx="2"/>
          </p:nvPr>
        </p:nvSpPr>
        <p:spPr/>
        <p:txBody>
          <a:bodyPr/>
          <a:lstStyle/>
          <a:p>
            <a:pPr marL="0" indent="0">
              <a:buNone/>
            </a:pPr>
            <a:r>
              <a:rPr lang="en-US" b="1" dirty="0"/>
              <a:t>Child modules</a:t>
            </a:r>
            <a:r>
              <a:rPr lang="en-US" dirty="0"/>
              <a:t>: </a:t>
            </a:r>
          </a:p>
          <a:p>
            <a:pPr marL="0" indent="0">
              <a:buNone/>
            </a:pPr>
            <a:r>
              <a:rPr lang="en-US" dirty="0"/>
              <a:t>The calling module should pass values in the module block.</a:t>
            </a:r>
          </a:p>
          <a:p>
            <a:pPr marL="0" indent="0">
              <a:buNone/>
            </a:pPr>
            <a:endParaRPr lang="en-US" dirty="0"/>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2. Variables and Output</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a:t>Assign Variable Values</a:t>
            </a:r>
            <a:endParaRPr lang="en-US" dirty="0"/>
          </a:p>
        </p:txBody>
      </p:sp>
      <p:sp>
        <p:nvSpPr>
          <p:cNvPr id="3" name="ZoneTexte 2">
            <a:extLst>
              <a:ext uri="{FF2B5EF4-FFF2-40B4-BE49-F238E27FC236}">
                <a16:creationId xmlns:a16="http://schemas.microsoft.com/office/drawing/2014/main" id="{E968F2E0-1219-A8B9-7BBE-841D80A555BA}"/>
              </a:ext>
            </a:extLst>
          </p:cNvPr>
          <p:cNvSpPr txBox="1"/>
          <p:nvPr/>
        </p:nvSpPr>
        <p:spPr>
          <a:xfrm>
            <a:off x="838201" y="5846384"/>
            <a:ext cx="5181598" cy="307777"/>
          </a:xfrm>
          <a:prstGeom prst="rect">
            <a:avLst/>
          </a:prstGeom>
          <a:solidFill>
            <a:srgbClr val="3D2683"/>
          </a:solidFill>
        </p:spPr>
        <p:txBody>
          <a:bodyPr wrap="square" rtlCol="0">
            <a:spAutoFit/>
          </a:bodyPr>
          <a:lstStyle/>
          <a:p>
            <a:r>
              <a:rPr lang="en-US" sz="1400" dirty="0">
                <a:solidFill>
                  <a:srgbClr val="DCDCAA"/>
                </a:solidFill>
                <a:effectLst/>
                <a:latin typeface="Consolas" panose="020B0609020204030204" pitchFamily="49" charset="0"/>
              </a:rPr>
              <a:t>terraform</a:t>
            </a:r>
            <a:r>
              <a:rPr lang="en-US" sz="1400" dirty="0">
                <a:solidFill>
                  <a:srgbClr val="D4D4D4"/>
                </a:solidFill>
                <a:effectLst/>
                <a:latin typeface="Consolas" panose="020B0609020204030204" pitchFamily="49" charset="0"/>
              </a:rPr>
              <a:t> </a:t>
            </a:r>
            <a:r>
              <a:rPr lang="en-US" sz="1400" dirty="0">
                <a:solidFill>
                  <a:srgbClr val="CE9178"/>
                </a:solidFill>
                <a:effectLst/>
                <a:latin typeface="Consolas" panose="020B0609020204030204" pitchFamily="49" charset="0"/>
              </a:rPr>
              <a:t>apply</a:t>
            </a:r>
            <a:r>
              <a:rPr lang="en-US" sz="1400" dirty="0">
                <a:solidFill>
                  <a:srgbClr val="D4D4D4"/>
                </a:solidFill>
                <a:effectLst/>
                <a:latin typeface="Consolas" panose="020B0609020204030204" pitchFamily="49" charset="0"/>
              </a:rPr>
              <a:t> </a:t>
            </a:r>
            <a:r>
              <a:rPr lang="en-US" sz="1400" dirty="0">
                <a:solidFill>
                  <a:srgbClr val="569CD6"/>
                </a:solidFill>
                <a:effectLst/>
                <a:latin typeface="Consolas" panose="020B0609020204030204" pitchFamily="49" charset="0"/>
              </a:rPr>
              <a:t>-var=</a:t>
            </a:r>
            <a:r>
              <a:rPr lang="en-US" sz="1400" dirty="0">
                <a:solidFill>
                  <a:srgbClr val="CE9178"/>
                </a:solidFill>
                <a:effectLst/>
                <a:latin typeface="Consolas" panose="020B0609020204030204" pitchFamily="49" charset="0"/>
              </a:rPr>
              <a:t>"</a:t>
            </a:r>
            <a:r>
              <a:rPr lang="en-US" sz="1400" dirty="0" err="1">
                <a:solidFill>
                  <a:srgbClr val="CE9178"/>
                </a:solidFill>
                <a:effectLst/>
                <a:latin typeface="Consolas" panose="020B0609020204030204" pitchFamily="49" charset="0"/>
              </a:rPr>
              <a:t>instance_type</a:t>
            </a:r>
            <a:r>
              <a:rPr lang="en-US" sz="1400" dirty="0">
                <a:solidFill>
                  <a:srgbClr val="CE9178"/>
                </a:solidFill>
                <a:effectLst/>
                <a:latin typeface="Consolas" panose="020B0609020204030204" pitchFamily="49" charset="0"/>
              </a:rPr>
              <a:t>=t3.small"</a:t>
            </a:r>
            <a:endParaRPr lang="en-US" sz="1400" dirty="0">
              <a:solidFill>
                <a:srgbClr val="D4D4D4"/>
              </a:solidFill>
              <a:effectLst/>
              <a:latin typeface="Consolas" panose="020B0609020204030204" pitchFamily="49" charset="0"/>
            </a:endParaRPr>
          </a:p>
        </p:txBody>
      </p:sp>
      <p:sp>
        <p:nvSpPr>
          <p:cNvPr id="7" name="ZoneTexte 6">
            <a:extLst>
              <a:ext uri="{FF2B5EF4-FFF2-40B4-BE49-F238E27FC236}">
                <a16:creationId xmlns:a16="http://schemas.microsoft.com/office/drawing/2014/main" id="{3853A58A-0976-7A96-E4D4-31744C8B0183}"/>
              </a:ext>
            </a:extLst>
          </p:cNvPr>
          <p:cNvSpPr txBox="1"/>
          <p:nvPr/>
        </p:nvSpPr>
        <p:spPr>
          <a:xfrm>
            <a:off x="838199" y="3838261"/>
            <a:ext cx="5181599" cy="307777"/>
          </a:xfrm>
          <a:prstGeom prst="rect">
            <a:avLst/>
          </a:prstGeom>
          <a:solidFill>
            <a:srgbClr val="3D2683"/>
          </a:solidFill>
        </p:spPr>
        <p:txBody>
          <a:bodyPr wrap="square" rtlCol="0">
            <a:spAutoFit/>
          </a:bodyPr>
          <a:lstStyle/>
          <a:p>
            <a:r>
              <a:rPr lang="en-US" sz="1400" dirty="0">
                <a:solidFill>
                  <a:srgbClr val="DCDCAA"/>
                </a:solidFill>
                <a:effectLst/>
                <a:latin typeface="Consolas" panose="020B0609020204030204" pitchFamily="49" charset="0"/>
              </a:rPr>
              <a:t>terraform</a:t>
            </a:r>
            <a:r>
              <a:rPr lang="en-US" sz="1400" dirty="0">
                <a:solidFill>
                  <a:srgbClr val="D4D4D4"/>
                </a:solidFill>
                <a:effectLst/>
                <a:latin typeface="Consolas" panose="020B0609020204030204" pitchFamily="49" charset="0"/>
              </a:rPr>
              <a:t> </a:t>
            </a:r>
            <a:r>
              <a:rPr lang="en-US" sz="1400" dirty="0">
                <a:solidFill>
                  <a:srgbClr val="CE9178"/>
                </a:solidFill>
                <a:effectLst/>
                <a:latin typeface="Consolas" panose="020B0609020204030204" pitchFamily="49" charset="0"/>
              </a:rPr>
              <a:t>apply</a:t>
            </a:r>
            <a:r>
              <a:rPr lang="en-US" sz="1400" dirty="0">
                <a:solidFill>
                  <a:srgbClr val="D4D4D4"/>
                </a:solidFill>
                <a:effectLst/>
                <a:latin typeface="Consolas" panose="020B0609020204030204" pitchFamily="49" charset="0"/>
              </a:rPr>
              <a:t> </a:t>
            </a:r>
            <a:r>
              <a:rPr lang="en-US" sz="1400" dirty="0">
                <a:solidFill>
                  <a:srgbClr val="569CD6"/>
                </a:solidFill>
                <a:effectLst/>
                <a:latin typeface="Consolas" panose="020B0609020204030204" pitchFamily="49" charset="0"/>
              </a:rPr>
              <a:t>-var-file=</a:t>
            </a:r>
            <a:r>
              <a:rPr lang="en-US" sz="1400" dirty="0" err="1">
                <a:solidFill>
                  <a:srgbClr val="569CD6"/>
                </a:solidFill>
                <a:effectLst/>
                <a:latin typeface="Consolas" panose="020B0609020204030204" pitchFamily="49" charset="0"/>
              </a:rPr>
              <a:t>example.tfvars</a:t>
            </a:r>
            <a:endParaRPr lang="en-US" sz="1400" dirty="0">
              <a:solidFill>
                <a:srgbClr val="D4D4D4"/>
              </a:solidFill>
              <a:effectLst/>
              <a:latin typeface="Consolas" panose="020B0609020204030204" pitchFamily="49" charset="0"/>
            </a:endParaRPr>
          </a:p>
        </p:txBody>
      </p:sp>
      <p:sp>
        <p:nvSpPr>
          <p:cNvPr id="9" name="ZoneTexte 8">
            <a:extLst>
              <a:ext uri="{FF2B5EF4-FFF2-40B4-BE49-F238E27FC236}">
                <a16:creationId xmlns:a16="http://schemas.microsoft.com/office/drawing/2014/main" id="{DD47D457-1D13-6C16-2B8A-F075D6DA2385}"/>
              </a:ext>
            </a:extLst>
          </p:cNvPr>
          <p:cNvSpPr txBox="1"/>
          <p:nvPr/>
        </p:nvSpPr>
        <p:spPr>
          <a:xfrm>
            <a:off x="6172200" y="3838261"/>
            <a:ext cx="5107596" cy="954107"/>
          </a:xfrm>
          <a:prstGeom prst="rect">
            <a:avLst/>
          </a:prstGeom>
          <a:solidFill>
            <a:srgbClr val="3D2683"/>
          </a:solidFill>
        </p:spPr>
        <p:txBody>
          <a:bodyPr wrap="square" rtlCol="0">
            <a:spAutoFit/>
          </a:bodyPr>
          <a:lstStyle/>
          <a:p>
            <a:r>
              <a:rPr lang="en-US" sz="1400" dirty="0">
                <a:solidFill>
                  <a:srgbClr val="4EC9B0"/>
                </a:solidFill>
                <a:effectLst/>
                <a:latin typeface="Consolas" panose="020B0609020204030204" pitchFamily="49" charset="0"/>
              </a:rPr>
              <a:t>module</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"example"</a:t>
            </a:r>
            <a:r>
              <a:rPr lang="en-US" sz="1400" dirty="0">
                <a:solidFill>
                  <a:srgbClr val="D4D4D4"/>
                </a:solidFill>
                <a:effectLst/>
                <a:latin typeface="Consolas" panose="020B0609020204030204" pitchFamily="49" charset="0"/>
              </a:rPr>
              <a:t> {</a:t>
            </a:r>
          </a:p>
          <a:p>
            <a:r>
              <a:rPr lang="en-US" sz="1400" dirty="0">
                <a:solidFill>
                  <a:srgbClr val="9CDCFE"/>
                </a:solidFill>
                <a:effectLst/>
                <a:latin typeface="Consolas" panose="020B0609020204030204" pitchFamily="49" charset="0"/>
              </a:rPr>
              <a:t>  source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a:t>
            </a:r>
            <a:r>
              <a:rPr lang="en-US" sz="1400" dirty="0" err="1">
                <a:solidFill>
                  <a:srgbClr val="CE9178"/>
                </a:solidFill>
                <a:effectLst/>
                <a:latin typeface="Consolas" panose="020B0609020204030204" pitchFamily="49" charset="0"/>
              </a:rPr>
              <a:t>example_module</a:t>
            </a:r>
            <a:r>
              <a:rPr lang="en-US" sz="1400" dirty="0">
                <a:solidFill>
                  <a:srgbClr val="CE9178"/>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p>
          <a:p>
            <a:r>
              <a:rPr lang="en-US" sz="1400" dirty="0">
                <a:solidFill>
                  <a:srgbClr val="9CDCFE"/>
                </a:solidFill>
                <a:effectLst/>
                <a:latin typeface="Consolas" panose="020B0609020204030204" pitchFamily="49" charset="0"/>
              </a:rPr>
              <a:t>  </a:t>
            </a:r>
            <a:r>
              <a:rPr lang="en-US" sz="1400" dirty="0" err="1">
                <a:solidFill>
                  <a:srgbClr val="9CDCFE"/>
                </a:solidFill>
                <a:effectLst/>
                <a:latin typeface="Consolas" panose="020B0609020204030204" pitchFamily="49" charset="0"/>
              </a:rPr>
              <a:t>instance_type</a:t>
            </a:r>
            <a:r>
              <a:rPr lang="en-US" sz="1400" dirty="0">
                <a:solidFill>
                  <a:srgbClr val="9CDCFE"/>
                </a:solidFill>
                <a:effectLst/>
                <a:latin typeface="Consolas" panose="020B0609020204030204" pitchFamily="49" charset="0"/>
              </a:rPr>
              <a:t>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"t3.small"</a:t>
            </a:r>
            <a:r>
              <a:rPr lang="en-US" sz="1400" dirty="0">
                <a:solidFill>
                  <a:srgbClr val="D4D4D4"/>
                </a:solidFill>
                <a:effectLst/>
                <a:latin typeface="Consolas" panose="020B0609020204030204" pitchFamily="49" charset="0"/>
              </a:rPr>
              <a:t> </a:t>
            </a:r>
          </a:p>
          <a:p>
            <a:r>
              <a:rPr lang="en-US" sz="140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845481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680C864-45D0-2587-D80B-1CDA9285CD69}"/>
              </a:ext>
            </a:extLst>
          </p:cNvPr>
          <p:cNvSpPr>
            <a:spLocks noGrp="1"/>
          </p:cNvSpPr>
          <p:nvPr>
            <p:ph sz="half" idx="1"/>
          </p:nvPr>
        </p:nvSpPr>
        <p:spPr/>
        <p:txBody>
          <a:bodyPr>
            <a:normAutofit lnSpcReduction="10000"/>
          </a:bodyPr>
          <a:lstStyle/>
          <a:p>
            <a:r>
              <a:rPr lang="en-US" dirty="0"/>
              <a:t>Used to extract important information from resources or modules, such as the public IP address of a created instance or the DNS name of a load balancer.</a:t>
            </a:r>
          </a:p>
          <a:p>
            <a:r>
              <a:rPr lang="en-US" dirty="0"/>
              <a:t>They are used to make computed values or resource attributes accessible for further processing or display.</a:t>
            </a:r>
          </a:p>
        </p:txBody>
      </p:sp>
      <p:sp>
        <p:nvSpPr>
          <p:cNvPr id="5" name="Espace réservé du contenu 4">
            <a:extLst>
              <a:ext uri="{FF2B5EF4-FFF2-40B4-BE49-F238E27FC236}">
                <a16:creationId xmlns:a16="http://schemas.microsoft.com/office/drawing/2014/main" id="{A0EFE697-177F-AD52-4065-843128001B54}"/>
              </a:ext>
            </a:extLst>
          </p:cNvPr>
          <p:cNvSpPr>
            <a:spLocks noGrp="1"/>
          </p:cNvSpPr>
          <p:nvPr>
            <p:ph sz="half" idx="2"/>
          </p:nvPr>
        </p:nvSpPr>
        <p:spPr>
          <a:solidFill>
            <a:srgbClr val="3D2683"/>
          </a:solidFill>
        </p:spPr>
        <p:txBody>
          <a:bodyPr>
            <a:normAutofit/>
          </a:bodyPr>
          <a:lstStyle/>
          <a:p>
            <a:pPr marL="0" indent="0">
              <a:buNone/>
            </a:pPr>
            <a:r>
              <a:rPr lang="en-US" sz="1600" dirty="0">
                <a:solidFill>
                  <a:srgbClr val="6A9955"/>
                </a:solidFill>
                <a:effectLst/>
                <a:latin typeface="Consolas" panose="020B0609020204030204" pitchFamily="49" charset="0"/>
              </a:rPr>
              <a:t># Create an AWS EC2 instance</a:t>
            </a:r>
            <a:endParaRPr lang="en-US" sz="1600" dirty="0">
              <a:solidFill>
                <a:srgbClr val="D4D4D4"/>
              </a:solidFill>
              <a:effectLst/>
              <a:latin typeface="Consolas" panose="020B0609020204030204" pitchFamily="49" charset="0"/>
            </a:endParaRPr>
          </a:p>
          <a:p>
            <a:pPr marL="0" indent="0">
              <a:buNone/>
            </a:pPr>
            <a:r>
              <a:rPr lang="en-US" sz="1600" dirty="0">
                <a:solidFill>
                  <a:srgbClr val="4EC9B0"/>
                </a:solidFill>
                <a:effectLst/>
                <a:latin typeface="Consolas" panose="020B0609020204030204" pitchFamily="49" charset="0"/>
              </a:rPr>
              <a:t>resource</a:t>
            </a:r>
            <a:r>
              <a:rPr lang="en-US" sz="1600" dirty="0">
                <a:solidFill>
                  <a:srgbClr val="D4D4D4"/>
                </a:solidFill>
                <a:effectLst/>
                <a:latin typeface="Consolas" panose="020B0609020204030204" pitchFamily="49" charset="0"/>
              </a:rPr>
              <a:t> </a:t>
            </a:r>
            <a:r>
              <a:rPr lang="en-US" sz="1600" dirty="0">
                <a:solidFill>
                  <a:srgbClr val="4FC1FF"/>
                </a:solidFill>
                <a:effectLst/>
                <a:latin typeface="Consolas" panose="020B0609020204030204" pitchFamily="49" charset="0"/>
              </a:rPr>
              <a:t>"</a:t>
            </a:r>
            <a:r>
              <a:rPr lang="en-US" sz="1600" dirty="0" err="1">
                <a:solidFill>
                  <a:srgbClr val="4FC1FF"/>
                </a:solidFill>
                <a:effectLst/>
                <a:latin typeface="Consolas" panose="020B0609020204030204" pitchFamily="49" charset="0"/>
              </a:rPr>
              <a:t>aws_instance</a:t>
            </a:r>
            <a:r>
              <a:rPr lang="en-US" sz="1600" dirty="0">
                <a:solidFill>
                  <a:srgbClr val="4FC1FF"/>
                </a:solidFill>
                <a:effectLst/>
                <a:latin typeface="Consolas" panose="020B0609020204030204" pitchFamily="49" charset="0"/>
              </a:rPr>
              <a:t>"</a:t>
            </a:r>
            <a:r>
              <a:rPr lang="en-US" sz="1600" dirty="0">
                <a:solidFill>
                  <a:srgbClr val="D4D4D4"/>
                </a:solidFill>
                <a:effectLst/>
                <a:latin typeface="Consolas" panose="020B0609020204030204" pitchFamily="49" charset="0"/>
              </a:rPr>
              <a:t> </a:t>
            </a:r>
            <a:r>
              <a:rPr lang="en-US" sz="1600" dirty="0">
                <a:solidFill>
                  <a:srgbClr val="4FC1FF"/>
                </a:solidFill>
                <a:effectLst/>
                <a:latin typeface="Consolas" panose="020B0609020204030204" pitchFamily="49" charset="0"/>
              </a:rPr>
              <a:t>"example"</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a:t>
            </a:r>
            <a:r>
              <a:rPr lang="en-US" sz="1600" dirty="0" err="1">
                <a:solidFill>
                  <a:srgbClr val="9CDCFE"/>
                </a:solidFill>
                <a:effectLst/>
                <a:latin typeface="Consolas" panose="020B0609020204030204" pitchFamily="49" charset="0"/>
              </a:rPr>
              <a:t>ami</a:t>
            </a:r>
            <a:r>
              <a:rPr lang="en-US" sz="1600" dirty="0">
                <a:solidFill>
                  <a:srgbClr val="9CDCFE"/>
                </a:solidFill>
                <a:effectLst/>
                <a:latin typeface="Consolas" panose="020B0609020204030204" pitchFamily="49" charset="0"/>
              </a:rPr>
              <a: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"ami-12345678"</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a:t>
            </a:r>
            <a:r>
              <a:rPr lang="en-US" sz="1600" dirty="0" err="1">
                <a:solidFill>
                  <a:srgbClr val="9CDCFE"/>
                </a:solidFill>
                <a:effectLst/>
                <a:latin typeface="Consolas" panose="020B0609020204030204" pitchFamily="49" charset="0"/>
              </a:rPr>
              <a:t>instance_type</a:t>
            </a:r>
            <a:r>
              <a:rPr lang="en-US" sz="1600" dirty="0">
                <a:solidFill>
                  <a:srgbClr val="9CDCFE"/>
                </a:solidFill>
                <a:effectLst/>
                <a:latin typeface="Consolas" panose="020B0609020204030204" pitchFamily="49" charset="0"/>
              </a:rPr>
              <a: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"t2.micro"</a:t>
            </a:r>
            <a:endParaRPr lang="en-US" sz="1600" dirty="0">
              <a:solidFill>
                <a:srgbClr val="D4D4D4"/>
              </a:solidFill>
              <a:effectLst/>
              <a:latin typeface="Consolas" panose="020B0609020204030204" pitchFamily="49" charset="0"/>
            </a:endParaRPr>
          </a:p>
          <a:p>
            <a:pPr marL="0" indent="0">
              <a:buNone/>
            </a:pPr>
            <a:r>
              <a:rPr lang="en-US" sz="1600" dirty="0">
                <a:solidFill>
                  <a:srgbClr val="D4D4D4"/>
                </a:solidFill>
                <a:effectLst/>
                <a:latin typeface="Consolas" panose="020B0609020204030204" pitchFamily="49" charset="0"/>
              </a:rPr>
              <a:t>}</a:t>
            </a:r>
          </a:p>
          <a:p>
            <a:pPr marL="0" indent="0">
              <a:buNone/>
            </a:pPr>
            <a:br>
              <a:rPr lang="en-US" sz="1600" dirty="0">
                <a:solidFill>
                  <a:srgbClr val="D4D4D4"/>
                </a:solidFill>
                <a:effectLst/>
                <a:latin typeface="Consolas" panose="020B0609020204030204" pitchFamily="49" charset="0"/>
              </a:rPr>
            </a:br>
            <a:r>
              <a:rPr lang="en-US" sz="1600" dirty="0">
                <a:solidFill>
                  <a:srgbClr val="6A9955"/>
                </a:solidFill>
                <a:effectLst/>
                <a:latin typeface="Consolas" panose="020B0609020204030204" pitchFamily="49" charset="0"/>
              </a:rPr>
              <a:t># Declare an output variable to expose the instance ID</a:t>
            </a:r>
            <a:endParaRPr lang="en-US" sz="1600" dirty="0">
              <a:solidFill>
                <a:srgbClr val="D4D4D4"/>
              </a:solidFill>
              <a:effectLst/>
              <a:latin typeface="Consolas" panose="020B0609020204030204" pitchFamily="49" charset="0"/>
            </a:endParaRPr>
          </a:p>
          <a:p>
            <a:pPr marL="0" indent="0">
              <a:buNone/>
            </a:pPr>
            <a:r>
              <a:rPr lang="en-US" sz="1600" dirty="0">
                <a:solidFill>
                  <a:srgbClr val="4EC9B0"/>
                </a:solidFill>
                <a:effectLst/>
                <a:latin typeface="Consolas" panose="020B0609020204030204" pitchFamily="49" charset="0"/>
              </a:rPr>
              <a:t>output</a:t>
            </a:r>
            <a:r>
              <a:rPr lang="en-US" sz="1600" dirty="0">
                <a:solidFill>
                  <a:srgbClr val="D4D4D4"/>
                </a:solidFill>
                <a:effectLst/>
                <a:latin typeface="Consolas" panose="020B0609020204030204" pitchFamily="49" charset="0"/>
              </a:rPr>
              <a:t> </a:t>
            </a:r>
            <a:r>
              <a:rPr lang="en-US" sz="1600" dirty="0">
                <a:solidFill>
                  <a:srgbClr val="4FC1FF"/>
                </a:solidFill>
                <a:effectLst/>
                <a:latin typeface="Consolas" panose="020B0609020204030204" pitchFamily="49" charset="0"/>
              </a:rPr>
              <a:t>"</a:t>
            </a:r>
            <a:r>
              <a:rPr lang="en-US" sz="1600" dirty="0" err="1">
                <a:solidFill>
                  <a:srgbClr val="4FC1FF"/>
                </a:solidFill>
                <a:effectLst/>
                <a:latin typeface="Consolas" panose="020B0609020204030204" pitchFamily="49" charset="0"/>
              </a:rPr>
              <a:t>instance_id</a:t>
            </a:r>
            <a:r>
              <a:rPr lang="en-US" sz="1600" dirty="0">
                <a:solidFill>
                  <a:srgbClr val="4FC1FF"/>
                </a:solidFill>
                <a:effectLst/>
                <a:latin typeface="Consolas" panose="020B0609020204030204" pitchFamily="49" charset="0"/>
              </a:rPr>
              <a:t>"</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value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err="1">
                <a:solidFill>
                  <a:srgbClr val="D4D4D4"/>
                </a:solidFill>
                <a:effectLst/>
                <a:latin typeface="Consolas" panose="020B0609020204030204" pitchFamily="49" charset="0"/>
              </a:rPr>
              <a:t>aws_instance.</a:t>
            </a:r>
            <a:r>
              <a:rPr lang="en-US" sz="1600" dirty="0" err="1">
                <a:solidFill>
                  <a:srgbClr val="9CDCFE"/>
                </a:solidFill>
                <a:effectLst/>
                <a:latin typeface="Consolas" panose="020B0609020204030204" pitchFamily="49" charset="0"/>
              </a:rPr>
              <a:t>example</a:t>
            </a:r>
            <a:r>
              <a:rPr lang="en-US" sz="1600" dirty="0" err="1">
                <a:solidFill>
                  <a:srgbClr val="D4D4D4"/>
                </a:solidFill>
                <a:effectLst/>
                <a:latin typeface="Consolas" panose="020B0609020204030204" pitchFamily="49" charset="0"/>
              </a:rPr>
              <a:t>.</a:t>
            </a:r>
            <a:r>
              <a:rPr lang="en-US" sz="1600" dirty="0" err="1">
                <a:solidFill>
                  <a:srgbClr val="9CDCFE"/>
                </a:solidFill>
                <a:effectLst/>
                <a:latin typeface="Consolas" panose="020B0609020204030204" pitchFamily="49" charset="0"/>
              </a:rPr>
              <a:t>id</a:t>
            </a:r>
            <a:endParaRPr lang="en-US" sz="1600" dirty="0">
              <a:solidFill>
                <a:srgbClr val="D4D4D4"/>
              </a:solidFill>
              <a:effectLst/>
              <a:latin typeface="Consolas" panose="020B0609020204030204" pitchFamily="49" charset="0"/>
            </a:endParaRPr>
          </a:p>
          <a:p>
            <a:pPr marL="0" indent="0">
              <a:buNone/>
            </a:pPr>
            <a:r>
              <a:rPr lang="en-US" sz="1600" dirty="0">
                <a:solidFill>
                  <a:srgbClr val="D4D4D4"/>
                </a:solidFill>
                <a:effectLst/>
                <a:latin typeface="Consolas" panose="020B0609020204030204" pitchFamily="49" charset="0"/>
              </a:rPr>
              <a:t>}</a:t>
            </a:r>
          </a:p>
        </p:txBody>
      </p:sp>
      <p:sp>
        <p:nvSpPr>
          <p:cNvPr id="6" name="Espace réservé du texte 5">
            <a:extLst>
              <a:ext uri="{FF2B5EF4-FFF2-40B4-BE49-F238E27FC236}">
                <a16:creationId xmlns:a16="http://schemas.microsoft.com/office/drawing/2014/main" id="{6607C8F3-A6CB-1C57-D556-7D4ED9B70CEA}"/>
              </a:ext>
            </a:extLst>
          </p:cNvPr>
          <p:cNvSpPr>
            <a:spLocks noGrp="1"/>
          </p:cNvSpPr>
          <p:nvPr>
            <p:ph type="body" sz="quarter" idx="14"/>
          </p:nvPr>
        </p:nvSpPr>
        <p:spPr/>
        <p:txBody>
          <a:bodyPr vert="horz" lIns="91440" tIns="45720" rIns="91440" bIns="45720" rtlCol="0" anchor="t">
            <a:noAutofit/>
          </a:bodyPr>
          <a:lstStyle/>
          <a:p>
            <a:r>
              <a:rPr lang="en-US"/>
              <a:t>2. Variables and Output</a:t>
            </a:r>
          </a:p>
        </p:txBody>
      </p:sp>
      <p:sp>
        <p:nvSpPr>
          <p:cNvPr id="4" name="Espace réservé du texte 3">
            <a:extLst>
              <a:ext uri="{FF2B5EF4-FFF2-40B4-BE49-F238E27FC236}">
                <a16:creationId xmlns:a16="http://schemas.microsoft.com/office/drawing/2014/main" id="{2D4EBD06-CF49-6D65-0A6E-B77AF186B043}"/>
              </a:ext>
            </a:extLst>
          </p:cNvPr>
          <p:cNvSpPr>
            <a:spLocks noGrp="1"/>
          </p:cNvSpPr>
          <p:nvPr>
            <p:ph type="body" sz="quarter" idx="15"/>
          </p:nvPr>
        </p:nvSpPr>
        <p:spPr/>
        <p:txBody>
          <a:bodyPr/>
          <a:lstStyle/>
          <a:p>
            <a:r>
              <a:rPr lang="en-US" dirty="0"/>
              <a:t>Output Variable</a:t>
            </a:r>
          </a:p>
        </p:txBody>
      </p:sp>
    </p:spTree>
    <p:extLst>
      <p:ext uri="{BB962C8B-B14F-4D97-AF65-F5344CB8AC3E}">
        <p14:creationId xmlns:p14="http://schemas.microsoft.com/office/powerpoint/2010/main" val="126281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7B815DF-6C53-2CFD-454C-DE3C5655FE67}"/>
              </a:ext>
            </a:extLst>
          </p:cNvPr>
          <p:cNvSpPr>
            <a:spLocks noGrp="1"/>
          </p:cNvSpPr>
          <p:nvPr>
            <p:ph sz="half" idx="1"/>
          </p:nvPr>
        </p:nvSpPr>
        <p:spPr/>
        <p:txBody>
          <a:bodyPr>
            <a:normAutofit/>
          </a:bodyPr>
          <a:lstStyle/>
          <a:p>
            <a:pPr marL="0" indent="0">
              <a:buNone/>
            </a:pPr>
            <a:r>
              <a:rPr lang="en-US" dirty="0"/>
              <a:t>Output variables are referenced in other parts of your configuration or can be retrieved using the cli command:</a:t>
            </a:r>
          </a:p>
          <a:p>
            <a:pPr marL="0" indent="0">
              <a:buNone/>
            </a:pPr>
            <a:endParaRPr lang="en-US" dirty="0"/>
          </a:p>
          <a:p>
            <a:pPr marL="0" indent="0">
              <a:buNone/>
            </a:pPr>
            <a:r>
              <a:rPr lang="en-US" dirty="0"/>
              <a:t>The referencing syntax within the same module is </a:t>
            </a:r>
            <a:r>
              <a:rPr lang="en-US" dirty="0">
                <a:latin typeface="Consolas" panose="020B0609020204030204" pitchFamily="49" charset="0"/>
                <a:cs typeface="Consolas" panose="020B0609020204030204" pitchFamily="49" charset="0"/>
              </a:rPr>
              <a:t>output.&lt;</a:t>
            </a:r>
            <a:r>
              <a:rPr lang="en-US" dirty="0" err="1">
                <a:latin typeface="Consolas" panose="020B0609020204030204" pitchFamily="49" charset="0"/>
                <a:cs typeface="Consolas" panose="020B0609020204030204" pitchFamily="49" charset="0"/>
              </a:rPr>
              <a:t>variable_name</a:t>
            </a:r>
            <a:r>
              <a:rPr lang="en-US" dirty="0">
                <a:latin typeface="Consolas" panose="020B0609020204030204" pitchFamily="49" charset="0"/>
                <a:cs typeface="Consolas" panose="020B0609020204030204" pitchFamily="49" charset="0"/>
              </a:rPr>
              <a:t>&gt;</a:t>
            </a:r>
            <a:endParaRPr lang="en-US" dirty="0"/>
          </a:p>
        </p:txBody>
      </p:sp>
      <p:sp>
        <p:nvSpPr>
          <p:cNvPr id="6" name="Espace réservé du contenu 5">
            <a:extLst>
              <a:ext uri="{FF2B5EF4-FFF2-40B4-BE49-F238E27FC236}">
                <a16:creationId xmlns:a16="http://schemas.microsoft.com/office/drawing/2014/main" id="{D4EBAB73-5AC3-8F5B-2808-83C00C093193}"/>
              </a:ext>
            </a:extLst>
          </p:cNvPr>
          <p:cNvSpPr>
            <a:spLocks noGrp="1"/>
          </p:cNvSpPr>
          <p:nvPr>
            <p:ph sz="half" idx="2"/>
          </p:nvPr>
        </p:nvSpPr>
        <p:spPr/>
        <p:txBody>
          <a:bodyPr/>
          <a:lstStyle/>
          <a:p>
            <a:pPr marL="0" indent="0">
              <a:buNone/>
            </a:pPr>
            <a:r>
              <a:rPr lang="en-US" b="1" dirty="0"/>
              <a:t>Child modules</a:t>
            </a:r>
            <a:r>
              <a:rPr lang="en-US" dirty="0"/>
              <a:t>: </a:t>
            </a:r>
          </a:p>
          <a:p>
            <a:pPr marL="0" indent="0">
              <a:buNone/>
            </a:pPr>
            <a:r>
              <a:rPr lang="en-US" dirty="0"/>
              <a:t>When accessing values from child modules use </a:t>
            </a:r>
            <a:r>
              <a:rPr lang="en-US" dirty="0">
                <a:latin typeface="Consolas" panose="020B0609020204030204" pitchFamily="49" charset="0"/>
                <a:cs typeface="Consolas" panose="020B0609020204030204" pitchFamily="49" charset="0"/>
              </a:rPr>
              <a:t>module.&lt;</a:t>
            </a:r>
            <a:r>
              <a:rPr lang="en-US" dirty="0" err="1">
                <a:latin typeface="Consolas" panose="020B0609020204030204" pitchFamily="49" charset="0"/>
                <a:cs typeface="Consolas" panose="020B0609020204030204" pitchFamily="49" charset="0"/>
              </a:rPr>
              <a:t>module_name</a:t>
            </a:r>
            <a:r>
              <a:rPr lang="en-US" dirty="0">
                <a:latin typeface="Consolas" panose="020B0609020204030204" pitchFamily="49" charset="0"/>
                <a:cs typeface="Consolas" panose="020B0609020204030204" pitchFamily="49" charset="0"/>
              </a:rPr>
              <a:t>&gt;.&lt;</a:t>
            </a:r>
            <a:r>
              <a:rPr lang="en-US" dirty="0" err="1">
                <a:latin typeface="Consolas" panose="020B0609020204030204" pitchFamily="49" charset="0"/>
                <a:cs typeface="Consolas" panose="020B0609020204030204" pitchFamily="49" charset="0"/>
              </a:rPr>
              <a:t>variable_name</a:t>
            </a:r>
            <a:r>
              <a:rPr lang="en-US" dirty="0">
                <a:latin typeface="Consolas" panose="020B0609020204030204" pitchFamily="49" charset="0"/>
                <a:cs typeface="Consolas" panose="020B0609020204030204" pitchFamily="49" charset="0"/>
              </a:rPr>
              <a:t>&gt;</a:t>
            </a:r>
            <a:endParaRPr lang="en-US" dirty="0"/>
          </a:p>
          <a:p>
            <a:pPr marL="0" indent="0">
              <a:buNone/>
            </a:pPr>
            <a:endParaRPr lang="en-US" dirty="0"/>
          </a:p>
        </p:txBody>
      </p:sp>
      <p:sp>
        <p:nvSpPr>
          <p:cNvPr id="4" name="Espace réservé du texte 3">
            <a:extLst>
              <a:ext uri="{FF2B5EF4-FFF2-40B4-BE49-F238E27FC236}">
                <a16:creationId xmlns:a16="http://schemas.microsoft.com/office/drawing/2014/main" id="{87946A6F-F600-CBE7-6472-EA7843C29B60}"/>
              </a:ext>
            </a:extLst>
          </p:cNvPr>
          <p:cNvSpPr>
            <a:spLocks noGrp="1"/>
          </p:cNvSpPr>
          <p:nvPr>
            <p:ph type="body" sz="quarter" idx="14"/>
          </p:nvPr>
        </p:nvSpPr>
        <p:spPr/>
        <p:txBody>
          <a:bodyPr vert="horz" lIns="91440" tIns="45720" rIns="91440" bIns="45720" rtlCol="0" anchor="t">
            <a:noAutofit/>
          </a:bodyPr>
          <a:lstStyle/>
          <a:p>
            <a:r>
              <a:rPr lang="en-US"/>
              <a:t>2. Variables and Output</a:t>
            </a:r>
          </a:p>
        </p:txBody>
      </p:sp>
      <p:sp>
        <p:nvSpPr>
          <p:cNvPr id="5" name="Espace réservé du texte 4">
            <a:extLst>
              <a:ext uri="{FF2B5EF4-FFF2-40B4-BE49-F238E27FC236}">
                <a16:creationId xmlns:a16="http://schemas.microsoft.com/office/drawing/2014/main" id="{C323FB4B-2964-59A2-31E0-A6E3C7AB4E0F}"/>
              </a:ext>
            </a:extLst>
          </p:cNvPr>
          <p:cNvSpPr>
            <a:spLocks noGrp="1"/>
          </p:cNvSpPr>
          <p:nvPr>
            <p:ph type="body" sz="quarter" idx="15"/>
          </p:nvPr>
        </p:nvSpPr>
        <p:spPr/>
        <p:txBody>
          <a:bodyPr/>
          <a:lstStyle/>
          <a:p>
            <a:r>
              <a:rPr lang="en-US" dirty="0"/>
              <a:t>Referencing Output Variable Values</a:t>
            </a:r>
          </a:p>
        </p:txBody>
      </p:sp>
      <p:sp>
        <p:nvSpPr>
          <p:cNvPr id="3" name="ZoneTexte 2">
            <a:extLst>
              <a:ext uri="{FF2B5EF4-FFF2-40B4-BE49-F238E27FC236}">
                <a16:creationId xmlns:a16="http://schemas.microsoft.com/office/drawing/2014/main" id="{E968F2E0-1219-A8B9-7BBE-841D80A555BA}"/>
              </a:ext>
            </a:extLst>
          </p:cNvPr>
          <p:cNvSpPr txBox="1"/>
          <p:nvPr/>
        </p:nvSpPr>
        <p:spPr>
          <a:xfrm>
            <a:off x="838200" y="5730682"/>
            <a:ext cx="5181598" cy="338554"/>
          </a:xfrm>
          <a:prstGeom prst="rect">
            <a:avLst/>
          </a:prstGeom>
          <a:solidFill>
            <a:srgbClr val="3D2683"/>
          </a:solidFill>
        </p:spPr>
        <p:txBody>
          <a:bodyPr wrap="square" rtlCol="0">
            <a:spAutoFit/>
          </a:bodyPr>
          <a:lstStyle/>
          <a:p>
            <a:r>
              <a:rPr lang="en-US" sz="1600" dirty="0" err="1">
                <a:solidFill>
                  <a:srgbClr val="4EC9B0"/>
                </a:solidFill>
                <a:effectLst/>
                <a:latin typeface="Consolas" panose="020B0609020204030204" pitchFamily="49" charset="0"/>
              </a:rPr>
              <a:t>output</a:t>
            </a:r>
            <a:r>
              <a:rPr lang="en-US" sz="1600" dirty="0" err="1">
                <a:solidFill>
                  <a:srgbClr val="4FC1FF"/>
                </a:solidFill>
                <a:effectLst/>
                <a:latin typeface="Consolas" panose="020B0609020204030204" pitchFamily="49" charset="0"/>
              </a:rPr>
              <a:t>.</a:t>
            </a:r>
            <a:r>
              <a:rPr lang="en-US" sz="1600" dirty="0" err="1">
                <a:solidFill>
                  <a:srgbClr val="9CDCFE"/>
                </a:solidFill>
                <a:effectLst/>
                <a:latin typeface="Consolas" panose="020B0609020204030204" pitchFamily="49" charset="0"/>
              </a:rPr>
              <a:t>instance_</a:t>
            </a:r>
            <a:r>
              <a:rPr lang="en-US" sz="1600" dirty="0" err="1">
                <a:solidFill>
                  <a:srgbClr val="9CDCFE"/>
                </a:solidFill>
                <a:latin typeface="Consolas" panose="020B0609020204030204" pitchFamily="49" charset="0"/>
              </a:rPr>
              <a:t>id</a:t>
            </a:r>
            <a:endParaRPr lang="en-US" sz="1600" dirty="0">
              <a:solidFill>
                <a:srgbClr val="D4D4D4"/>
              </a:solidFill>
              <a:effectLst/>
              <a:latin typeface="Consolas" panose="020B0609020204030204" pitchFamily="49" charset="0"/>
            </a:endParaRPr>
          </a:p>
        </p:txBody>
      </p:sp>
      <p:sp>
        <p:nvSpPr>
          <p:cNvPr id="7" name="ZoneTexte 6">
            <a:extLst>
              <a:ext uri="{FF2B5EF4-FFF2-40B4-BE49-F238E27FC236}">
                <a16:creationId xmlns:a16="http://schemas.microsoft.com/office/drawing/2014/main" id="{3853A58A-0976-7A96-E4D4-31744C8B0183}"/>
              </a:ext>
            </a:extLst>
          </p:cNvPr>
          <p:cNvSpPr txBox="1"/>
          <p:nvPr/>
        </p:nvSpPr>
        <p:spPr>
          <a:xfrm>
            <a:off x="838200" y="3869037"/>
            <a:ext cx="5181599" cy="338554"/>
          </a:xfrm>
          <a:prstGeom prst="rect">
            <a:avLst/>
          </a:prstGeom>
          <a:solidFill>
            <a:srgbClr val="3D2683"/>
          </a:solidFill>
        </p:spPr>
        <p:txBody>
          <a:bodyPr wrap="square" rtlCol="0">
            <a:spAutoFit/>
          </a:bodyPr>
          <a:lstStyle/>
          <a:p>
            <a:r>
              <a:rPr lang="en-US" sz="1600" dirty="0">
                <a:solidFill>
                  <a:srgbClr val="DCDCAA"/>
                </a:solidFill>
                <a:effectLst/>
                <a:latin typeface="Consolas" panose="020B0609020204030204" pitchFamily="49" charset="0"/>
              </a:rPr>
              <a:t>terraform</a:t>
            </a:r>
            <a:r>
              <a:rPr lang="en-US" sz="1600" dirty="0">
                <a:solidFill>
                  <a:srgbClr val="D4D4D4"/>
                </a:solidFill>
                <a:effectLst/>
                <a:latin typeface="Consolas" panose="020B0609020204030204" pitchFamily="49" charset="0"/>
              </a:rPr>
              <a:t> </a:t>
            </a:r>
            <a:r>
              <a:rPr lang="en-US" sz="1600" dirty="0">
                <a:solidFill>
                  <a:srgbClr val="CE9178"/>
                </a:solidFill>
                <a:effectLst/>
                <a:latin typeface="Consolas" panose="020B0609020204030204" pitchFamily="49" charset="0"/>
              </a:rPr>
              <a:t>output</a:t>
            </a:r>
            <a:endParaRPr lang="en-US" sz="1600" dirty="0">
              <a:solidFill>
                <a:srgbClr val="D4D4D4"/>
              </a:solidFill>
              <a:effectLst/>
              <a:latin typeface="Consolas" panose="020B0609020204030204" pitchFamily="49" charset="0"/>
            </a:endParaRPr>
          </a:p>
        </p:txBody>
      </p:sp>
      <p:sp>
        <p:nvSpPr>
          <p:cNvPr id="9" name="ZoneTexte 8">
            <a:extLst>
              <a:ext uri="{FF2B5EF4-FFF2-40B4-BE49-F238E27FC236}">
                <a16:creationId xmlns:a16="http://schemas.microsoft.com/office/drawing/2014/main" id="{DD47D457-1D13-6C16-2B8A-F075D6DA2385}"/>
              </a:ext>
            </a:extLst>
          </p:cNvPr>
          <p:cNvSpPr txBox="1"/>
          <p:nvPr/>
        </p:nvSpPr>
        <p:spPr>
          <a:xfrm>
            <a:off x="6172200" y="4388291"/>
            <a:ext cx="5107596" cy="338554"/>
          </a:xfrm>
          <a:prstGeom prst="rect">
            <a:avLst/>
          </a:prstGeom>
          <a:solidFill>
            <a:srgbClr val="3D2683"/>
          </a:solidFill>
        </p:spPr>
        <p:txBody>
          <a:bodyPr wrap="square" rtlCol="0">
            <a:spAutoFit/>
          </a:bodyPr>
          <a:lstStyle/>
          <a:p>
            <a:r>
              <a:rPr lang="en-US" sz="1600" dirty="0" err="1">
                <a:solidFill>
                  <a:srgbClr val="4EC9B0"/>
                </a:solidFill>
                <a:effectLst/>
                <a:latin typeface="Consolas" panose="020B0609020204030204" pitchFamily="49" charset="0"/>
              </a:rPr>
              <a:t>module</a:t>
            </a:r>
            <a:r>
              <a:rPr lang="en-US" sz="1600" dirty="0" err="1">
                <a:solidFill>
                  <a:srgbClr val="D4D4D4"/>
                </a:solidFill>
                <a:latin typeface="Consolas" panose="020B0609020204030204" pitchFamily="49" charset="0"/>
              </a:rPr>
              <a:t>.</a:t>
            </a:r>
            <a:r>
              <a:rPr lang="en-US" sz="1600" dirty="0" err="1">
                <a:solidFill>
                  <a:srgbClr val="4FC1FF"/>
                </a:solidFill>
                <a:effectLst/>
                <a:latin typeface="Consolas" panose="020B0609020204030204" pitchFamily="49" charset="0"/>
              </a:rPr>
              <a:t>example.</a:t>
            </a:r>
            <a:r>
              <a:rPr lang="en-US" sz="1600" dirty="0" err="1">
                <a:solidFill>
                  <a:srgbClr val="9CDCFE"/>
                </a:solidFill>
                <a:effectLst/>
                <a:latin typeface="Consolas" panose="020B0609020204030204" pitchFamily="49" charset="0"/>
              </a:rPr>
              <a:t>instance_</a:t>
            </a:r>
            <a:r>
              <a:rPr lang="en-US" sz="1600" dirty="0" err="1">
                <a:solidFill>
                  <a:srgbClr val="9CDCFE"/>
                </a:solidFill>
                <a:latin typeface="Consolas" panose="020B0609020204030204" pitchFamily="49" charset="0"/>
              </a:rPr>
              <a:t>id</a:t>
            </a:r>
            <a:endParaRPr lang="en-US" sz="160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14779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7B9C9E8A-4D1C-8460-7BC8-56149D90394A}"/>
              </a:ext>
            </a:extLst>
          </p:cNvPr>
          <p:cNvSpPr>
            <a:spLocks noGrp="1"/>
          </p:cNvSpPr>
          <p:nvPr>
            <p:ph idx="1"/>
          </p:nvPr>
        </p:nvSpPr>
        <p:spPr/>
        <p:txBody>
          <a:bodyPr/>
          <a:lstStyle/>
          <a:p>
            <a:r>
              <a:rPr lang="en-US" dirty="0"/>
              <a:t>Variables and Outputs should have descriptions that make their purpose explicit.</a:t>
            </a:r>
          </a:p>
          <a:p>
            <a:r>
              <a:rPr lang="en-US" dirty="0"/>
              <a:t>Use dedicated </a:t>
            </a:r>
            <a:r>
              <a:rPr lang="en-US" dirty="0" err="1">
                <a:latin typeface="Consolas" panose="020B0609020204030204" pitchFamily="49" charset="0"/>
                <a:cs typeface="Consolas" panose="020B0609020204030204" pitchFamily="49" charset="0"/>
              </a:rPr>
              <a:t>variables.tf</a:t>
            </a:r>
            <a:r>
              <a:rPr lang="en-US" dirty="0"/>
              <a:t> and </a:t>
            </a:r>
            <a:r>
              <a:rPr lang="en-US" dirty="0" err="1">
                <a:latin typeface="Consolas" panose="020B0609020204030204" pitchFamily="49" charset="0"/>
                <a:cs typeface="Consolas" panose="020B0609020204030204" pitchFamily="49" charset="0"/>
              </a:rPr>
              <a:t>output.tf</a:t>
            </a:r>
            <a:r>
              <a:rPr lang="en-US" dirty="0"/>
              <a:t> files for variables and outputs respectively. Nested modules should have their own variables and output files as well.</a:t>
            </a:r>
          </a:p>
        </p:txBody>
      </p:sp>
      <p:sp>
        <p:nvSpPr>
          <p:cNvPr id="4" name="Espace réservé du texte 3">
            <a:extLst>
              <a:ext uri="{FF2B5EF4-FFF2-40B4-BE49-F238E27FC236}">
                <a16:creationId xmlns:a16="http://schemas.microsoft.com/office/drawing/2014/main" id="{6E84823D-0417-859B-4311-FD50B9753F5B}"/>
              </a:ext>
            </a:extLst>
          </p:cNvPr>
          <p:cNvSpPr>
            <a:spLocks noGrp="1"/>
          </p:cNvSpPr>
          <p:nvPr>
            <p:ph type="body" sz="quarter" idx="14"/>
          </p:nvPr>
        </p:nvSpPr>
        <p:spPr/>
        <p:txBody>
          <a:bodyPr vert="horz" lIns="91440" tIns="45720" rIns="91440" bIns="45720" rtlCol="0" anchor="t">
            <a:noAutofit/>
          </a:bodyPr>
          <a:lstStyle/>
          <a:p>
            <a:r>
              <a:rPr lang="en-US"/>
              <a:t>2. Variables and Output</a:t>
            </a:r>
          </a:p>
        </p:txBody>
      </p:sp>
      <p:sp>
        <p:nvSpPr>
          <p:cNvPr id="5" name="Espace réservé du texte 4">
            <a:extLst>
              <a:ext uri="{FF2B5EF4-FFF2-40B4-BE49-F238E27FC236}">
                <a16:creationId xmlns:a16="http://schemas.microsoft.com/office/drawing/2014/main" id="{65207473-372C-FF67-091F-88E466F9EB6D}"/>
              </a:ext>
            </a:extLst>
          </p:cNvPr>
          <p:cNvSpPr>
            <a:spLocks noGrp="1"/>
          </p:cNvSpPr>
          <p:nvPr>
            <p:ph type="body" sz="quarter" idx="15"/>
          </p:nvPr>
        </p:nvSpPr>
        <p:spPr/>
        <p:txBody>
          <a:bodyPr/>
          <a:lstStyle/>
          <a:p>
            <a:r>
              <a:rPr lang="en-US" dirty="0"/>
              <a:t>Best practices</a:t>
            </a:r>
          </a:p>
        </p:txBody>
      </p:sp>
    </p:spTree>
    <p:extLst>
      <p:ext uri="{BB962C8B-B14F-4D97-AF65-F5344CB8AC3E}">
        <p14:creationId xmlns:p14="http://schemas.microsoft.com/office/powerpoint/2010/main" val="10200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4AA6663-E393-EFFB-857A-9146699D004B}"/>
              </a:ext>
            </a:extLst>
          </p:cNvPr>
          <p:cNvSpPr>
            <a:spLocks noGrp="1"/>
          </p:cNvSpPr>
          <p:nvPr>
            <p:ph type="body" sz="quarter" idx="10"/>
          </p:nvPr>
        </p:nvSpPr>
        <p:spPr/>
        <p:txBody>
          <a:bodyPr vert="horz" lIns="91440" tIns="45720" rIns="91440" bIns="45720" rtlCol="0" anchor="t">
            <a:normAutofit/>
          </a:bodyPr>
          <a:lstStyle/>
          <a:p>
            <a:pPr marL="0" indent="0">
              <a:buNone/>
            </a:pPr>
            <a:r>
              <a:rPr lang="en-US"/>
              <a:t>2. Variables and Output</a:t>
            </a:r>
          </a:p>
        </p:txBody>
      </p:sp>
    </p:spTree>
    <p:extLst>
      <p:ext uri="{BB962C8B-B14F-4D97-AF65-F5344CB8AC3E}">
        <p14:creationId xmlns:p14="http://schemas.microsoft.com/office/powerpoint/2010/main" val="3622712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EEA0-D5FE-01E7-4D0B-41AA912B5246}"/>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70FD43E-2756-39D7-96FF-A114088D5134}"/>
              </a:ext>
            </a:extLst>
          </p:cNvPr>
          <p:cNvSpPr>
            <a:spLocks noGrp="1"/>
          </p:cNvSpPr>
          <p:nvPr>
            <p:ph type="body" sz="quarter" idx="10"/>
          </p:nvPr>
        </p:nvSpPr>
        <p:spPr/>
        <p:txBody>
          <a:bodyPr>
            <a:normAutofit/>
          </a:bodyPr>
          <a:lstStyle/>
          <a:p>
            <a:r>
              <a:rPr lang="en-US"/>
              <a:t>3. Locals</a:t>
            </a:r>
          </a:p>
        </p:txBody>
      </p:sp>
    </p:spTree>
    <p:extLst>
      <p:ext uri="{BB962C8B-B14F-4D97-AF65-F5344CB8AC3E}">
        <p14:creationId xmlns:p14="http://schemas.microsoft.com/office/powerpoint/2010/main" val="3759967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C1C65-AB88-45A2-BAC1-B2D1EEFD4862}"/>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AF6F421F-E1DF-E508-70A9-70969F6DB6AC}"/>
              </a:ext>
            </a:extLst>
          </p:cNvPr>
          <p:cNvSpPr>
            <a:spLocks noGrp="1"/>
          </p:cNvSpPr>
          <p:nvPr>
            <p:ph idx="1"/>
          </p:nvPr>
        </p:nvSpPr>
        <p:spPr>
          <a:xfrm>
            <a:off x="838200" y="2176669"/>
            <a:ext cx="5253487" cy="4000293"/>
          </a:xfrm>
        </p:spPr>
        <p:txBody>
          <a:bodyPr vert="horz" lIns="91440" tIns="45720" rIns="91440" bIns="45720" rtlCol="0" anchor="t">
            <a:normAutofit/>
          </a:bodyPr>
          <a:lstStyle/>
          <a:p>
            <a:pPr marL="0" indent="0">
              <a:buNone/>
            </a:pPr>
            <a:r>
              <a:rPr lang="en-US" dirty="0">
                <a:ea typeface="+mn-lt"/>
                <a:cs typeface="+mn-lt"/>
              </a:rPr>
              <a:t>Without locals, the same expression is often repeated, and </a:t>
            </a:r>
            <a:r>
              <a:rPr lang="en-US">
                <a:ea typeface="+mn-lt"/>
                <a:cs typeface="+mn-lt"/>
              </a:rPr>
              <a:t>can introduce inconsistencies</a:t>
            </a:r>
            <a:endParaRPr lang="en-US"/>
          </a:p>
        </p:txBody>
      </p:sp>
      <p:sp>
        <p:nvSpPr>
          <p:cNvPr id="4" name="Espace réservé du texte 3">
            <a:extLst>
              <a:ext uri="{FF2B5EF4-FFF2-40B4-BE49-F238E27FC236}">
                <a16:creationId xmlns:a16="http://schemas.microsoft.com/office/drawing/2014/main" id="{079BBD86-F5D2-9550-55E1-AAF60E4B4DE8}"/>
              </a:ext>
            </a:extLst>
          </p:cNvPr>
          <p:cNvSpPr>
            <a:spLocks noGrp="1"/>
          </p:cNvSpPr>
          <p:nvPr>
            <p:ph type="body" sz="quarter" idx="14"/>
          </p:nvPr>
        </p:nvSpPr>
        <p:spPr/>
        <p:txBody>
          <a:bodyPr vert="horz" lIns="91440" tIns="45720" rIns="91440" bIns="45720" rtlCol="0" anchor="t">
            <a:noAutofit/>
          </a:bodyPr>
          <a:lstStyle/>
          <a:p>
            <a:r>
              <a:rPr lang="en-US"/>
              <a:t>3. Locals</a:t>
            </a:r>
          </a:p>
        </p:txBody>
      </p:sp>
      <p:sp>
        <p:nvSpPr>
          <p:cNvPr id="5" name="Espace réservé du texte 4">
            <a:extLst>
              <a:ext uri="{FF2B5EF4-FFF2-40B4-BE49-F238E27FC236}">
                <a16:creationId xmlns:a16="http://schemas.microsoft.com/office/drawing/2014/main" id="{7485A536-0791-936A-3F8B-960856770037}"/>
              </a:ext>
            </a:extLst>
          </p:cNvPr>
          <p:cNvSpPr>
            <a:spLocks noGrp="1"/>
          </p:cNvSpPr>
          <p:nvPr>
            <p:ph type="body" sz="quarter" idx="15"/>
          </p:nvPr>
        </p:nvSpPr>
        <p:spPr/>
        <p:txBody>
          <a:bodyPr vert="horz" wrap="square" lIns="91440" tIns="45720" rIns="91440" bIns="45720" rtlCol="0" anchor="t">
            <a:spAutoFit/>
          </a:bodyPr>
          <a:lstStyle/>
          <a:p>
            <a:r>
              <a:rPr lang="en-US">
                <a:ea typeface="Calibri"/>
                <a:cs typeface="Calibri"/>
              </a:rPr>
              <a:t>The problem</a:t>
            </a:r>
          </a:p>
        </p:txBody>
      </p:sp>
      <p:sp>
        <p:nvSpPr>
          <p:cNvPr id="2" name="Espace réservé du contenu 2">
            <a:extLst>
              <a:ext uri="{FF2B5EF4-FFF2-40B4-BE49-F238E27FC236}">
                <a16:creationId xmlns:a16="http://schemas.microsoft.com/office/drawing/2014/main" id="{33D8EC56-B2E4-8535-5AFA-ADC7E699697E}"/>
              </a:ext>
            </a:extLst>
          </p:cNvPr>
          <p:cNvSpPr>
            <a:spLocks noGrp="1"/>
          </p:cNvSpPr>
          <p:nvPr/>
        </p:nvSpPr>
        <p:spPr>
          <a:xfrm>
            <a:off x="6172200" y="2176667"/>
            <a:ext cx="5181600" cy="4000295"/>
          </a:xfrm>
          <a:prstGeom prst="rect">
            <a:avLst/>
          </a:prstGeom>
          <a:solidFill>
            <a:srgbClr val="3D2683"/>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4EC9B0"/>
                </a:solidFill>
                <a:effectLst/>
                <a:latin typeface="Consolas"/>
              </a:rPr>
              <a:t>resource</a:t>
            </a:r>
            <a:r>
              <a:rPr lang="en-US" sz="1600" dirty="0">
                <a:solidFill>
                  <a:srgbClr val="D4D4D4"/>
                </a:solidFill>
                <a:effectLst/>
                <a:latin typeface="Consolas"/>
              </a:rPr>
              <a:t> </a:t>
            </a:r>
            <a:r>
              <a:rPr lang="en-US" sz="1600" dirty="0">
                <a:solidFill>
                  <a:srgbClr val="4FC1FF"/>
                </a:solidFill>
                <a:effectLst/>
                <a:latin typeface="Consolas"/>
              </a:rPr>
              <a:t>"</a:t>
            </a:r>
            <a:r>
              <a:rPr lang="en-US" sz="1600" dirty="0">
                <a:solidFill>
                  <a:srgbClr val="4FC1FF"/>
                </a:solidFill>
                <a:effectLst/>
                <a:latin typeface="Calibri"/>
                <a:ea typeface="Calibri"/>
                <a:cs typeface="Calibri"/>
              </a:rPr>
              <a:t>aws_</a:t>
            </a:r>
            <a:r>
              <a:rPr lang="en-US" sz="1600" dirty="0">
                <a:solidFill>
                  <a:srgbClr val="4FC1FF"/>
                </a:solidFill>
                <a:ea typeface="+mn-lt"/>
                <a:cs typeface="+mn-lt"/>
              </a:rPr>
              <a:t>s3_bucket</a:t>
            </a:r>
            <a:r>
              <a:rPr lang="en-US" sz="1600" dirty="0">
                <a:solidFill>
                  <a:srgbClr val="4FC1FF"/>
                </a:solidFill>
                <a:effectLst/>
                <a:latin typeface="Consolas"/>
              </a:rPr>
              <a:t>"</a:t>
            </a:r>
            <a:r>
              <a:rPr lang="en-US" sz="1600" dirty="0">
                <a:solidFill>
                  <a:srgbClr val="D4D4D4"/>
                </a:solidFill>
                <a:effectLst/>
                <a:latin typeface="Consolas"/>
              </a:rPr>
              <a:t> </a:t>
            </a:r>
            <a:r>
              <a:rPr lang="en-US" sz="1600">
                <a:solidFill>
                  <a:srgbClr val="4FC1FF"/>
                </a:solidFill>
                <a:latin typeface="Consolas"/>
              </a:rPr>
              <a:t>"logs"</a:t>
            </a:r>
            <a:r>
              <a:rPr lang="en-US" sz="1600" dirty="0">
                <a:solidFill>
                  <a:srgbClr val="D4D4D4"/>
                </a:solidFill>
                <a:effectLst/>
                <a:latin typeface="Consolas"/>
              </a:rPr>
              <a:t> {</a:t>
            </a:r>
          </a:p>
          <a:p>
            <a:pPr marL="0" indent="0">
              <a:buNone/>
            </a:pPr>
            <a:r>
              <a:rPr lang="en-US" sz="1600" dirty="0">
                <a:solidFill>
                  <a:srgbClr val="9CDCFE"/>
                </a:solidFill>
                <a:latin typeface="Consolas"/>
              </a:rPr>
              <a:t>bucket </a:t>
            </a:r>
            <a:r>
              <a:rPr lang="en-US" sz="1600" dirty="0">
                <a:solidFill>
                  <a:srgbClr val="D4D4D4"/>
                </a:solidFill>
                <a:effectLst/>
                <a:latin typeface="Consolas"/>
              </a:rPr>
              <a:t>=</a:t>
            </a:r>
            <a:r>
              <a:rPr lang="en-US" sz="1600" dirty="0">
                <a:solidFill>
                  <a:srgbClr val="9CDCFE"/>
                </a:solidFill>
                <a:effectLst/>
                <a:latin typeface="Consolas"/>
              </a:rPr>
              <a:t> </a:t>
            </a:r>
            <a:r>
              <a:rPr lang="en-US" sz="1600" dirty="0">
                <a:solidFill>
                  <a:srgbClr val="CE9178"/>
                </a:solidFill>
                <a:latin typeface="Consolas"/>
              </a:rPr>
              <a:t>"${</a:t>
            </a:r>
            <a:r>
              <a:rPr lang="en-US" sz="1600" dirty="0" err="1">
                <a:solidFill>
                  <a:srgbClr val="CE9178"/>
                </a:solidFill>
                <a:latin typeface="Consolas"/>
              </a:rPr>
              <a:t>var.project</a:t>
            </a:r>
            <a:r>
              <a:rPr lang="en-US" sz="1600" dirty="0">
                <a:solidFill>
                  <a:srgbClr val="CE9178"/>
                </a:solidFill>
                <a:latin typeface="Consolas"/>
              </a:rPr>
              <a:t>}-${</a:t>
            </a:r>
            <a:r>
              <a:rPr lang="en-US" sz="1600" dirty="0" err="1">
                <a:solidFill>
                  <a:srgbClr val="CE9178"/>
                </a:solidFill>
                <a:latin typeface="Consolas"/>
              </a:rPr>
              <a:t>var.environment</a:t>
            </a:r>
            <a:r>
              <a:rPr lang="en-US" sz="1600" dirty="0">
                <a:solidFill>
                  <a:srgbClr val="CE9178"/>
                </a:solidFill>
                <a:latin typeface="Consolas"/>
              </a:rPr>
              <a:t>}-logs</a:t>
            </a:r>
            <a:r>
              <a:rPr lang="en-US" sz="1600" dirty="0">
                <a:solidFill>
                  <a:srgbClr val="CE9178"/>
                </a:solidFill>
                <a:effectLst/>
                <a:latin typeface="Consolas"/>
              </a:rPr>
              <a:t>"</a:t>
            </a:r>
            <a:endParaRPr lang="en-US" sz="1600" dirty="0">
              <a:solidFill>
                <a:srgbClr val="D4D4D4"/>
              </a:solidFill>
              <a:effectLst/>
              <a:latin typeface="Consolas"/>
            </a:endParaRPr>
          </a:p>
          <a:p>
            <a:pPr marL="0" indent="0">
              <a:buNone/>
            </a:pPr>
            <a:r>
              <a:rPr lang="en-US" sz="1600" dirty="0">
                <a:solidFill>
                  <a:srgbClr val="9CDCFE"/>
                </a:solidFill>
                <a:effectLst/>
                <a:latin typeface="Consolas"/>
              </a:rPr>
              <a:t>  </a:t>
            </a:r>
            <a:r>
              <a:rPr lang="en-US" sz="1600">
                <a:solidFill>
                  <a:srgbClr val="D4D4D4"/>
                </a:solidFill>
                <a:effectLst/>
                <a:latin typeface="Consolas"/>
              </a:rPr>
              <a:t>}</a:t>
            </a:r>
          </a:p>
          <a:p>
            <a:pPr marL="0" indent="0">
              <a:buNone/>
            </a:pPr>
            <a:endParaRPr lang="en-US" sz="1600" dirty="0">
              <a:solidFill>
                <a:srgbClr val="D4D4D4"/>
              </a:solidFill>
              <a:latin typeface="Consolas" panose="020B0609020204030204" pitchFamily="49" charset="0"/>
            </a:endParaRPr>
          </a:p>
          <a:p>
            <a:pPr marL="0" indent="0">
              <a:buNone/>
            </a:pPr>
            <a:r>
              <a:rPr lang="en-US" sz="1600">
                <a:solidFill>
                  <a:srgbClr val="4EC9B0"/>
                </a:solidFill>
                <a:latin typeface="Consolas"/>
                <a:ea typeface="+mn-lt"/>
                <a:cs typeface="+mn-lt"/>
              </a:rPr>
              <a:t>resource</a:t>
            </a:r>
            <a:r>
              <a:rPr lang="en-US" sz="1600" dirty="0">
                <a:solidFill>
                  <a:srgbClr val="D4D4D4"/>
                </a:solidFill>
                <a:latin typeface="Consolas"/>
                <a:ea typeface="+mn-lt"/>
                <a:cs typeface="+mn-lt"/>
              </a:rPr>
              <a:t> </a:t>
            </a:r>
            <a:r>
              <a:rPr lang="en-US" sz="1600">
                <a:solidFill>
                  <a:srgbClr val="4FC1FF"/>
                </a:solidFill>
                <a:latin typeface="Consolas"/>
                <a:ea typeface="+mn-lt"/>
                <a:cs typeface="+mn-lt"/>
              </a:rPr>
              <a:t>"</a:t>
            </a:r>
            <a:r>
              <a:rPr lang="en-US" sz="1600">
                <a:solidFill>
                  <a:srgbClr val="4FC1FF"/>
                </a:solidFill>
                <a:latin typeface="Calibri"/>
                <a:ea typeface="+mn-lt"/>
                <a:cs typeface="+mn-lt"/>
              </a:rPr>
              <a:t>aws_s3_bucket</a:t>
            </a:r>
            <a:r>
              <a:rPr lang="en-US" sz="1600">
                <a:solidFill>
                  <a:srgbClr val="4FC1FF"/>
                </a:solidFill>
                <a:latin typeface="Consolas"/>
                <a:ea typeface="+mn-lt"/>
                <a:cs typeface="+mn-lt"/>
              </a:rPr>
              <a:t>"</a:t>
            </a:r>
            <a:r>
              <a:rPr lang="en-US" sz="1600" dirty="0">
                <a:solidFill>
                  <a:srgbClr val="D4D4D4"/>
                </a:solidFill>
                <a:latin typeface="Consolas"/>
                <a:ea typeface="+mn-lt"/>
                <a:cs typeface="+mn-lt"/>
              </a:rPr>
              <a:t> </a:t>
            </a:r>
            <a:r>
              <a:rPr lang="en-US" sz="1600">
                <a:solidFill>
                  <a:srgbClr val="4FC1FF"/>
                </a:solidFill>
                <a:latin typeface="Consolas"/>
                <a:ea typeface="+mn-lt"/>
                <a:cs typeface="+mn-lt"/>
              </a:rPr>
              <a:t>"backup"</a:t>
            </a:r>
            <a:r>
              <a:rPr lang="en-US" sz="1600" dirty="0">
                <a:solidFill>
                  <a:srgbClr val="D4D4D4"/>
                </a:solidFill>
                <a:latin typeface="Consolas"/>
                <a:ea typeface="+mn-lt"/>
                <a:cs typeface="+mn-lt"/>
              </a:rPr>
              <a:t> {</a:t>
            </a:r>
            <a:endParaRPr lang="en-US" sz="1600" dirty="0">
              <a:solidFill>
                <a:srgbClr val="000000"/>
              </a:solidFill>
              <a:latin typeface="Consolas"/>
              <a:ea typeface="+mn-lt"/>
              <a:cs typeface="+mn-lt"/>
            </a:endParaRPr>
          </a:p>
          <a:p>
            <a:pPr marL="0" indent="0">
              <a:buNone/>
            </a:pPr>
            <a:r>
              <a:rPr lang="en-US" sz="1600" dirty="0">
                <a:solidFill>
                  <a:srgbClr val="9CDCFE"/>
                </a:solidFill>
                <a:latin typeface="Consolas"/>
                <a:ea typeface="+mn-lt"/>
                <a:cs typeface="+mn-lt"/>
              </a:rPr>
              <a:t>bucket </a:t>
            </a:r>
            <a:r>
              <a:rPr lang="en-US" sz="1600" dirty="0">
                <a:solidFill>
                  <a:srgbClr val="D4D4D4"/>
                </a:solidFill>
                <a:latin typeface="Consolas"/>
                <a:ea typeface="+mn-lt"/>
                <a:cs typeface="+mn-lt"/>
              </a:rPr>
              <a:t>=</a:t>
            </a:r>
            <a:r>
              <a:rPr lang="en-US" sz="1600" dirty="0">
                <a:solidFill>
                  <a:srgbClr val="9CDCFE"/>
                </a:solidFill>
                <a:latin typeface="Consolas"/>
                <a:ea typeface="+mn-lt"/>
                <a:cs typeface="+mn-lt"/>
              </a:rPr>
              <a:t> </a:t>
            </a:r>
            <a:r>
              <a:rPr lang="en-US" sz="1600" dirty="0">
                <a:solidFill>
                  <a:srgbClr val="CE9178"/>
                </a:solidFill>
                <a:latin typeface="Consolas"/>
                <a:ea typeface="+mn-lt"/>
                <a:cs typeface="+mn-lt"/>
              </a:rPr>
              <a:t>"${</a:t>
            </a:r>
            <a:r>
              <a:rPr lang="en-US" sz="1600" dirty="0" err="1">
                <a:solidFill>
                  <a:srgbClr val="CE9178"/>
                </a:solidFill>
                <a:latin typeface="Consolas"/>
                <a:ea typeface="+mn-lt"/>
                <a:cs typeface="+mn-lt"/>
              </a:rPr>
              <a:t>var.project</a:t>
            </a:r>
            <a:r>
              <a:rPr lang="en-US" sz="1600" dirty="0">
                <a:solidFill>
                  <a:srgbClr val="CE9178"/>
                </a:solidFill>
                <a:latin typeface="Consolas"/>
                <a:ea typeface="+mn-lt"/>
                <a:cs typeface="+mn-lt"/>
              </a:rPr>
              <a:t>}-${</a:t>
            </a:r>
            <a:r>
              <a:rPr lang="en-US" sz="1600" dirty="0" err="1">
                <a:solidFill>
                  <a:srgbClr val="CE9178"/>
                </a:solidFill>
                <a:latin typeface="Consolas"/>
                <a:ea typeface="+mn-lt"/>
                <a:cs typeface="+mn-lt"/>
              </a:rPr>
              <a:t>var.environment</a:t>
            </a:r>
            <a:r>
              <a:rPr lang="en-US" sz="1600" dirty="0">
                <a:solidFill>
                  <a:srgbClr val="CE9178"/>
                </a:solidFill>
                <a:latin typeface="Consolas"/>
                <a:ea typeface="+mn-lt"/>
                <a:cs typeface="+mn-lt"/>
              </a:rPr>
              <a:t>}-backup"</a:t>
            </a:r>
            <a:endParaRPr lang="en-US" sz="1600" dirty="0">
              <a:solidFill>
                <a:srgbClr val="000000"/>
              </a:solidFill>
              <a:latin typeface="Consolas"/>
              <a:ea typeface="+mn-lt"/>
              <a:cs typeface="+mn-lt"/>
            </a:endParaRPr>
          </a:p>
          <a:p>
            <a:pPr marL="0" indent="0">
              <a:buNone/>
            </a:pPr>
            <a:r>
              <a:rPr lang="en-US" sz="1600">
                <a:solidFill>
                  <a:srgbClr val="D4D4D4"/>
                </a:solidFill>
                <a:latin typeface="Consolas"/>
                <a:ea typeface="+mn-lt"/>
                <a:cs typeface="+mn-lt"/>
              </a:rPr>
              <a:t>}</a:t>
            </a:r>
            <a:endParaRPr lang="en-US" sz="1600">
              <a:solidFill>
                <a:srgbClr val="000000"/>
              </a:solidFill>
              <a:latin typeface="Consolas"/>
              <a:ea typeface="+mn-lt"/>
              <a:cs typeface="+mn-lt"/>
            </a:endParaRPr>
          </a:p>
          <a:p>
            <a:pPr marL="0" indent="0">
              <a:buNone/>
            </a:pPr>
            <a:endParaRPr lang="en-US" sz="1600" dirty="0">
              <a:solidFill>
                <a:srgbClr val="D4D4D4"/>
              </a:solidFill>
              <a:ea typeface="+mn-lt"/>
              <a:cs typeface="+mn-lt"/>
            </a:endParaRPr>
          </a:p>
        </p:txBody>
      </p:sp>
    </p:spTree>
    <p:extLst>
      <p:ext uri="{BB962C8B-B14F-4D97-AF65-F5344CB8AC3E}">
        <p14:creationId xmlns:p14="http://schemas.microsoft.com/office/powerpoint/2010/main" val="2276393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9A90F-5A69-A41F-59D8-6C208AFE1CEF}"/>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C2C52C99-68DE-1B20-5A85-28DCC290F9A9}"/>
              </a:ext>
            </a:extLst>
          </p:cNvPr>
          <p:cNvSpPr>
            <a:spLocks noGrp="1"/>
          </p:cNvSpPr>
          <p:nvPr>
            <p:ph idx="1"/>
          </p:nvPr>
        </p:nvSpPr>
        <p:spPr>
          <a:xfrm>
            <a:off x="838200" y="2176669"/>
            <a:ext cx="5349832" cy="4000293"/>
          </a:xfrm>
        </p:spPr>
        <p:txBody>
          <a:bodyPr vert="horz" lIns="91440" tIns="45720" rIns="91440" bIns="45720" rtlCol="0" anchor="t">
            <a:normAutofit/>
          </a:bodyPr>
          <a:lstStyle/>
          <a:p>
            <a:pPr marL="0" indent="0">
              <a:buNone/>
            </a:pPr>
            <a:r>
              <a:rPr lang="en-US" dirty="0">
                <a:ea typeface="+mn-lt"/>
                <a:cs typeface="+mn-lt"/>
              </a:rPr>
              <a:t>Locals are values computed during </a:t>
            </a:r>
            <a:r>
              <a:rPr lang="en-US" dirty="0" err="1">
                <a:ea typeface="+mn-lt"/>
                <a:cs typeface="+mn-lt"/>
              </a:rPr>
              <a:t>Terraform's</a:t>
            </a:r>
            <a:r>
              <a:rPr lang="en-US" dirty="0">
                <a:ea typeface="+mn-lt"/>
                <a:cs typeface="+mn-lt"/>
              </a:rPr>
              <a:t> planning phase. They can be reused </a:t>
            </a:r>
            <a:r>
              <a:rPr lang="en-US" dirty="0" err="1">
                <a:ea typeface="+mn-lt"/>
                <a:cs typeface="+mn-lt"/>
              </a:rPr>
              <a:t>thoughout</a:t>
            </a:r>
            <a:r>
              <a:rPr lang="en-US" dirty="0">
                <a:ea typeface="+mn-lt"/>
                <a:cs typeface="+mn-lt"/>
              </a:rPr>
              <a:t> configuration code and avoid duplicating </a:t>
            </a:r>
            <a:r>
              <a:rPr lang="en-US" dirty="0" err="1">
                <a:ea typeface="+mn-lt"/>
                <a:cs typeface="+mn-lt"/>
              </a:rPr>
              <a:t>comple</a:t>
            </a:r>
            <a:r>
              <a:rPr lang="en-US" dirty="0">
                <a:ea typeface="+mn-lt"/>
                <a:cs typeface="+mn-lt"/>
              </a:rPr>
              <a:t>x expressions.</a:t>
            </a:r>
          </a:p>
          <a:p>
            <a:pPr marL="0" indent="0">
              <a:buNone/>
            </a:pPr>
            <a:endParaRPr lang="en-US" dirty="0">
              <a:ea typeface="Calibri"/>
              <a:cs typeface="Calibri"/>
            </a:endParaRPr>
          </a:p>
          <a:p>
            <a:pPr marL="0" indent="0">
              <a:buNone/>
            </a:pPr>
            <a:r>
              <a:rPr lang="en-US">
                <a:ea typeface="Calibri"/>
                <a:cs typeface="Calibri"/>
              </a:rPr>
              <a:t>Define locals by creating a "locals" block</a:t>
            </a:r>
            <a:endParaRPr lang="en-US" dirty="0">
              <a:ea typeface="Calibri"/>
              <a:cs typeface="Calibri"/>
            </a:endParaRPr>
          </a:p>
          <a:p>
            <a:pPr marL="0" indent="0">
              <a:buNone/>
            </a:pPr>
            <a:endParaRPr lang="en-US" dirty="0">
              <a:ea typeface="Calibri"/>
              <a:cs typeface="Calibri"/>
            </a:endParaRPr>
          </a:p>
          <a:p>
            <a:pPr marL="0" indent="0">
              <a:buNone/>
            </a:pPr>
            <a:endParaRPr lang="en-US" dirty="0">
              <a:ea typeface="Calibri"/>
              <a:cs typeface="Calibri"/>
            </a:endParaRPr>
          </a:p>
        </p:txBody>
      </p:sp>
      <p:sp>
        <p:nvSpPr>
          <p:cNvPr id="4" name="Espace réservé du texte 3">
            <a:extLst>
              <a:ext uri="{FF2B5EF4-FFF2-40B4-BE49-F238E27FC236}">
                <a16:creationId xmlns:a16="http://schemas.microsoft.com/office/drawing/2014/main" id="{7D57C37E-03ED-7033-8D66-102AB53C0DCB}"/>
              </a:ext>
            </a:extLst>
          </p:cNvPr>
          <p:cNvSpPr>
            <a:spLocks noGrp="1"/>
          </p:cNvSpPr>
          <p:nvPr>
            <p:ph type="body" sz="quarter" idx="14"/>
          </p:nvPr>
        </p:nvSpPr>
        <p:spPr/>
        <p:txBody>
          <a:bodyPr vert="horz" lIns="91440" tIns="45720" rIns="91440" bIns="45720" rtlCol="0" anchor="t">
            <a:noAutofit/>
          </a:bodyPr>
          <a:lstStyle/>
          <a:p>
            <a:r>
              <a:rPr lang="en-US"/>
              <a:t>3. Locals</a:t>
            </a:r>
          </a:p>
        </p:txBody>
      </p:sp>
      <p:sp>
        <p:nvSpPr>
          <p:cNvPr id="5" name="Espace réservé du texte 4">
            <a:extLst>
              <a:ext uri="{FF2B5EF4-FFF2-40B4-BE49-F238E27FC236}">
                <a16:creationId xmlns:a16="http://schemas.microsoft.com/office/drawing/2014/main" id="{9AEFDBE6-DC4E-F566-8EA7-0E7EC3A6828B}"/>
              </a:ext>
            </a:extLst>
          </p:cNvPr>
          <p:cNvSpPr>
            <a:spLocks noGrp="1"/>
          </p:cNvSpPr>
          <p:nvPr>
            <p:ph type="body" sz="quarter" idx="15"/>
          </p:nvPr>
        </p:nvSpPr>
        <p:spPr/>
        <p:txBody>
          <a:bodyPr vert="horz" wrap="square" lIns="91440" tIns="45720" rIns="91440" bIns="45720" rtlCol="0" anchor="t">
            <a:spAutoFit/>
          </a:bodyPr>
          <a:lstStyle/>
          <a:p>
            <a:r>
              <a:rPr lang="en-US">
                <a:ea typeface="Calibri"/>
                <a:cs typeface="Calibri"/>
              </a:rPr>
              <a:t>Locals</a:t>
            </a:r>
            <a:endParaRPr lang="en-US"/>
          </a:p>
        </p:txBody>
      </p:sp>
      <p:sp>
        <p:nvSpPr>
          <p:cNvPr id="7" name="Espace réservé du contenu 2">
            <a:extLst>
              <a:ext uri="{FF2B5EF4-FFF2-40B4-BE49-F238E27FC236}">
                <a16:creationId xmlns:a16="http://schemas.microsoft.com/office/drawing/2014/main" id="{8F40B29B-020C-6E03-A4BF-226613D76B7B}"/>
              </a:ext>
            </a:extLst>
          </p:cNvPr>
          <p:cNvSpPr>
            <a:spLocks noGrp="1"/>
          </p:cNvSpPr>
          <p:nvPr/>
        </p:nvSpPr>
        <p:spPr>
          <a:xfrm>
            <a:off x="6172200" y="2176667"/>
            <a:ext cx="5181600" cy="4000295"/>
          </a:xfrm>
          <a:prstGeom prst="rect">
            <a:avLst/>
          </a:prstGeom>
          <a:solidFill>
            <a:srgbClr val="3D2683"/>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rgbClr val="4EC9B0"/>
                </a:solidFill>
                <a:latin typeface="Consolas"/>
              </a:rPr>
              <a:t>locals </a:t>
            </a:r>
            <a:r>
              <a:rPr lang="en-US" sz="1600">
                <a:solidFill>
                  <a:srgbClr val="D4D4D4"/>
                </a:solidFill>
                <a:effectLst/>
                <a:latin typeface="Consolas"/>
              </a:rPr>
              <a:t>{</a:t>
            </a:r>
          </a:p>
          <a:p>
            <a:pPr marL="0" indent="0">
              <a:buNone/>
            </a:pPr>
            <a:r>
              <a:rPr lang="en-US" sz="1600" dirty="0">
                <a:solidFill>
                  <a:srgbClr val="9CDCFE"/>
                </a:solidFill>
                <a:latin typeface="Consolas"/>
              </a:rPr>
              <a:t>  </a:t>
            </a:r>
            <a:r>
              <a:rPr lang="en-US" sz="1600" dirty="0" err="1">
                <a:solidFill>
                  <a:srgbClr val="9CDCFE"/>
                </a:solidFill>
                <a:latin typeface="Consolas"/>
              </a:rPr>
              <a:t>name_prefix</a:t>
            </a:r>
            <a:r>
              <a:rPr lang="en-US" sz="1600" dirty="0">
                <a:solidFill>
                  <a:srgbClr val="9CDCFE"/>
                </a:solidFill>
                <a:latin typeface="Consolas"/>
              </a:rPr>
              <a:t> </a:t>
            </a:r>
            <a:r>
              <a:rPr lang="en-US" sz="1600" dirty="0">
                <a:solidFill>
                  <a:srgbClr val="D4D4D4"/>
                </a:solidFill>
                <a:effectLst/>
                <a:latin typeface="Consolas"/>
              </a:rPr>
              <a:t>=</a:t>
            </a:r>
            <a:r>
              <a:rPr lang="en-US" sz="1600" dirty="0">
                <a:solidFill>
                  <a:srgbClr val="9CDCFE"/>
                </a:solidFill>
                <a:effectLst/>
                <a:latin typeface="Consolas"/>
              </a:rPr>
              <a:t> </a:t>
            </a:r>
            <a:r>
              <a:rPr lang="en-US" sz="1600" dirty="0">
                <a:solidFill>
                  <a:srgbClr val="CE9178"/>
                </a:solidFill>
                <a:latin typeface="Consolas"/>
              </a:rPr>
              <a:t>"${</a:t>
            </a:r>
            <a:r>
              <a:rPr lang="en-US" sz="1600" dirty="0" err="1">
                <a:solidFill>
                  <a:srgbClr val="CE9178"/>
                </a:solidFill>
                <a:latin typeface="Consolas"/>
              </a:rPr>
              <a:t>var.project</a:t>
            </a:r>
            <a:r>
              <a:rPr lang="en-US" sz="1600" dirty="0">
                <a:solidFill>
                  <a:srgbClr val="CE9178"/>
                </a:solidFill>
                <a:latin typeface="Consolas"/>
              </a:rPr>
              <a:t>}-${</a:t>
            </a:r>
            <a:r>
              <a:rPr lang="en-US" sz="1600" dirty="0" err="1">
                <a:solidFill>
                  <a:srgbClr val="CE9178"/>
                </a:solidFill>
                <a:latin typeface="Consolas"/>
              </a:rPr>
              <a:t>var.environement</a:t>
            </a:r>
            <a:r>
              <a:rPr lang="en-US" sz="1600" dirty="0">
                <a:solidFill>
                  <a:srgbClr val="CE9178"/>
                </a:solidFill>
                <a:latin typeface="Consolas"/>
              </a:rPr>
              <a:t>}"</a:t>
            </a:r>
            <a:endParaRPr lang="en-US" sz="1600" dirty="0">
              <a:solidFill>
                <a:srgbClr val="CE9178"/>
              </a:solidFill>
              <a:effectLst/>
              <a:latin typeface="Consolas"/>
            </a:endParaRPr>
          </a:p>
          <a:p>
            <a:pPr marL="0" indent="0">
              <a:buNone/>
            </a:pPr>
            <a:r>
              <a:rPr lang="en-US" sz="1600" dirty="0">
                <a:solidFill>
                  <a:srgbClr val="9CDCFE"/>
                </a:solidFill>
                <a:effectLst/>
                <a:latin typeface="Consolas"/>
              </a:rPr>
              <a:t>  </a:t>
            </a:r>
            <a:endParaRPr lang="en-US" sz="1600" dirty="0">
              <a:solidFill>
                <a:srgbClr val="9CDCFE"/>
              </a:solidFill>
              <a:latin typeface="Consolas"/>
            </a:endParaRPr>
          </a:p>
          <a:p>
            <a:pPr marL="0" indent="0">
              <a:buNone/>
            </a:pPr>
            <a:r>
              <a:rPr lang="en-US" sz="1600" dirty="0">
                <a:solidFill>
                  <a:srgbClr val="9CDCFE"/>
                </a:solidFill>
                <a:latin typeface="Consolas"/>
              </a:rPr>
              <a:t>  </a:t>
            </a:r>
            <a:r>
              <a:rPr lang="en-US" sz="1600" dirty="0" err="1">
                <a:solidFill>
                  <a:srgbClr val="9CDCFE"/>
                </a:solidFill>
                <a:latin typeface="Consolas"/>
              </a:rPr>
              <a:t>common_tags</a:t>
            </a:r>
            <a:r>
              <a:rPr lang="en-US" sz="1600" dirty="0">
                <a:solidFill>
                  <a:srgbClr val="9CDCFE"/>
                </a:solidFill>
                <a:latin typeface="Consolas"/>
              </a:rPr>
              <a:t> </a:t>
            </a:r>
            <a:r>
              <a:rPr lang="en-US" sz="1600" dirty="0">
                <a:solidFill>
                  <a:srgbClr val="D4D4D4"/>
                </a:solidFill>
                <a:latin typeface="Consolas"/>
              </a:rPr>
              <a:t>=</a:t>
            </a:r>
            <a:r>
              <a:rPr lang="en-US" sz="1600" dirty="0">
                <a:solidFill>
                  <a:srgbClr val="9CDCFE"/>
                </a:solidFill>
                <a:latin typeface="Consolas"/>
              </a:rPr>
              <a:t> </a:t>
            </a:r>
            <a:r>
              <a:rPr lang="en-US" sz="1600" dirty="0">
                <a:solidFill>
                  <a:srgbClr val="D4D4D4"/>
                </a:solidFill>
                <a:latin typeface="Consolas"/>
              </a:rPr>
              <a:t>{</a:t>
            </a:r>
            <a:endParaRPr lang="en-US" dirty="0">
              <a:solidFill>
                <a:srgbClr val="000000"/>
              </a:solidFill>
              <a:latin typeface="Calibri" panose="020F0502020204030204"/>
              <a:ea typeface="Calibri" panose="020F0502020204030204"/>
              <a:cs typeface="Calibri" panose="020F0502020204030204"/>
            </a:endParaRPr>
          </a:p>
          <a:p>
            <a:pPr marL="0" indent="0">
              <a:buNone/>
            </a:pPr>
            <a:r>
              <a:rPr lang="en-US" sz="1600" dirty="0">
                <a:solidFill>
                  <a:srgbClr val="9CDCFE"/>
                </a:solidFill>
                <a:latin typeface="Consolas"/>
              </a:rPr>
              <a:t>    Project </a:t>
            </a:r>
            <a:r>
              <a:rPr lang="en-US" sz="1600" dirty="0">
                <a:solidFill>
                  <a:srgbClr val="D4D4D4"/>
                </a:solidFill>
                <a:latin typeface="Consolas"/>
              </a:rPr>
              <a:t>= </a:t>
            </a:r>
            <a:r>
              <a:rPr lang="en-US" sz="1600" dirty="0" err="1">
                <a:solidFill>
                  <a:srgbClr val="D4D4D4"/>
                </a:solidFill>
                <a:latin typeface="Consolas"/>
              </a:rPr>
              <a:t>var.project</a:t>
            </a:r>
            <a:endParaRPr lang="en-US" dirty="0" err="1"/>
          </a:p>
          <a:p>
            <a:pPr marL="0" indent="0">
              <a:buNone/>
            </a:pPr>
            <a:r>
              <a:rPr lang="en-US" sz="1600" dirty="0">
                <a:solidFill>
                  <a:srgbClr val="9CDCFE"/>
                </a:solidFill>
                <a:latin typeface="Consolas"/>
              </a:rPr>
              <a:t>    Environment </a:t>
            </a:r>
            <a:r>
              <a:rPr lang="en-US" sz="1600" dirty="0">
                <a:solidFill>
                  <a:srgbClr val="D4D4D4"/>
                </a:solidFill>
                <a:latin typeface="Consolas"/>
              </a:rPr>
              <a:t>= </a:t>
            </a:r>
            <a:r>
              <a:rPr lang="en-US" sz="1600" dirty="0" err="1">
                <a:solidFill>
                  <a:srgbClr val="D4D4D4"/>
                </a:solidFill>
                <a:latin typeface="Consolas"/>
              </a:rPr>
              <a:t>var.environment</a:t>
            </a:r>
            <a:endParaRPr lang="en-US" dirty="0" err="1">
              <a:solidFill>
                <a:srgbClr val="000000"/>
              </a:solidFill>
              <a:latin typeface="Calibri"/>
              <a:ea typeface="Calibri"/>
              <a:cs typeface="Calibri"/>
            </a:endParaRPr>
          </a:p>
          <a:p>
            <a:pPr>
              <a:buNone/>
            </a:pPr>
            <a:r>
              <a:rPr lang="en-US" sz="1600" dirty="0">
                <a:solidFill>
                  <a:srgbClr val="9CDCFE"/>
                </a:solidFill>
                <a:latin typeface="Consolas"/>
              </a:rPr>
              <a:t>    </a:t>
            </a:r>
            <a:r>
              <a:rPr lang="en-US" sz="1600" dirty="0" err="1">
                <a:solidFill>
                  <a:srgbClr val="9CDCFE"/>
                </a:solidFill>
                <a:latin typeface="Consolas"/>
              </a:rPr>
              <a:t>ManagedBy</a:t>
            </a:r>
            <a:r>
              <a:rPr lang="en-US" sz="1600" dirty="0">
                <a:solidFill>
                  <a:srgbClr val="9CDCFE"/>
                </a:solidFill>
                <a:latin typeface="Consolas"/>
              </a:rPr>
              <a:t> </a:t>
            </a:r>
            <a:r>
              <a:rPr lang="en-US" sz="1600" dirty="0">
                <a:solidFill>
                  <a:srgbClr val="D4D4D4"/>
                </a:solidFill>
                <a:latin typeface="Consolas"/>
              </a:rPr>
              <a:t>= </a:t>
            </a:r>
            <a:r>
              <a:rPr lang="en-US" sz="1600" dirty="0">
                <a:solidFill>
                  <a:srgbClr val="CE9178"/>
                </a:solidFill>
                <a:latin typeface="Consolas"/>
              </a:rPr>
              <a:t>"Terraform"</a:t>
            </a:r>
            <a:endParaRPr lang="en-US" sz="1600" dirty="0">
              <a:solidFill>
                <a:srgbClr val="000000"/>
              </a:solidFill>
              <a:latin typeface="Consolas"/>
            </a:endParaRPr>
          </a:p>
          <a:p>
            <a:pPr marL="0" indent="0">
              <a:buNone/>
            </a:pPr>
            <a:r>
              <a:rPr lang="en-US" sz="1600">
                <a:solidFill>
                  <a:srgbClr val="D4D4D4"/>
                </a:solidFill>
                <a:latin typeface="Consolas"/>
              </a:rPr>
              <a:t>  }</a:t>
            </a:r>
            <a:endParaRPr lang="en-US">
              <a:solidFill>
                <a:srgbClr val="000000"/>
              </a:solidFill>
              <a:latin typeface="Calibri" panose="020F0502020204030204"/>
              <a:ea typeface="Calibri" panose="020F0502020204030204"/>
              <a:cs typeface="Calibri" panose="020F0502020204030204"/>
            </a:endParaRPr>
          </a:p>
          <a:p>
            <a:pPr marL="0" indent="0">
              <a:buNone/>
            </a:pPr>
            <a:r>
              <a:rPr lang="en-US" sz="1600">
                <a:solidFill>
                  <a:srgbClr val="D4D4D4"/>
                </a:solidFill>
                <a:latin typeface="Consolas"/>
              </a:rPr>
              <a:t>}</a:t>
            </a:r>
            <a:endParaRPr lang="en-US">
              <a:ea typeface="Calibri"/>
              <a:cs typeface="Calibri"/>
            </a:endParaRPr>
          </a:p>
          <a:p>
            <a:pPr marL="0" indent="0">
              <a:buNone/>
            </a:pPr>
            <a:endParaRPr lang="en-US" sz="1600" dirty="0">
              <a:solidFill>
                <a:srgbClr val="D4D4D4"/>
              </a:solidFill>
              <a:latin typeface="Consolas" panose="020B0609020204030204" pitchFamily="49" charset="0"/>
            </a:endParaRPr>
          </a:p>
          <a:p>
            <a:pPr marL="0" indent="0">
              <a:buNone/>
            </a:pPr>
            <a:endParaRPr lang="en-US" sz="1600" dirty="0">
              <a:solidFill>
                <a:srgbClr val="D4D4D4"/>
              </a:solidFill>
              <a:latin typeface="Calibri" panose="020F0502020204030204"/>
              <a:ea typeface="+mn-lt"/>
              <a:cs typeface="+mn-lt"/>
            </a:endParaRPr>
          </a:p>
        </p:txBody>
      </p:sp>
    </p:spTree>
    <p:extLst>
      <p:ext uri="{BB962C8B-B14F-4D97-AF65-F5344CB8AC3E}">
        <p14:creationId xmlns:p14="http://schemas.microsoft.com/office/powerpoint/2010/main" val="515389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C858D-A88E-28EA-541B-FEB596F051D8}"/>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50F19E3C-E7D6-56DE-F7CD-552138FC81EC}"/>
              </a:ext>
            </a:extLst>
          </p:cNvPr>
          <p:cNvSpPr>
            <a:spLocks noGrp="1"/>
          </p:cNvSpPr>
          <p:nvPr>
            <p:ph idx="1"/>
          </p:nvPr>
        </p:nvSpPr>
        <p:spPr>
          <a:xfrm>
            <a:off x="838200" y="2176669"/>
            <a:ext cx="5253487" cy="4000293"/>
          </a:xfrm>
        </p:spPr>
        <p:txBody>
          <a:bodyPr vert="horz" lIns="91440" tIns="45720" rIns="91440" bIns="45720" rtlCol="0" anchor="t">
            <a:normAutofit/>
          </a:bodyPr>
          <a:lstStyle/>
          <a:p>
            <a:pPr marL="0" indent="0">
              <a:buNone/>
            </a:pPr>
            <a:r>
              <a:rPr lang="en-US">
                <a:ea typeface="+mn-lt"/>
                <a:cs typeface="+mn-lt"/>
              </a:rPr>
              <a:t>All local values are referenced through the singular namespace </a:t>
            </a:r>
            <a:r>
              <a:rPr lang="en-US">
                <a:latin typeface="Consolas"/>
                <a:ea typeface="+mn-lt"/>
                <a:cs typeface="+mn-lt"/>
              </a:rPr>
              <a:t>local</a:t>
            </a:r>
            <a:r>
              <a:rPr lang="en-US">
                <a:ea typeface="+mn-lt"/>
                <a:cs typeface="+mn-lt"/>
              </a:rPr>
              <a:t>.</a:t>
            </a:r>
            <a:endParaRPr lang="en-US"/>
          </a:p>
        </p:txBody>
      </p:sp>
      <p:sp>
        <p:nvSpPr>
          <p:cNvPr id="4" name="Espace réservé du texte 3">
            <a:extLst>
              <a:ext uri="{FF2B5EF4-FFF2-40B4-BE49-F238E27FC236}">
                <a16:creationId xmlns:a16="http://schemas.microsoft.com/office/drawing/2014/main" id="{8B2B84BC-39C7-50F3-7245-7D9C75B0B1EA}"/>
              </a:ext>
            </a:extLst>
          </p:cNvPr>
          <p:cNvSpPr>
            <a:spLocks noGrp="1"/>
          </p:cNvSpPr>
          <p:nvPr>
            <p:ph type="body" sz="quarter" idx="14"/>
          </p:nvPr>
        </p:nvSpPr>
        <p:spPr/>
        <p:txBody>
          <a:bodyPr vert="horz" lIns="91440" tIns="45720" rIns="91440" bIns="45720" rtlCol="0" anchor="t">
            <a:noAutofit/>
          </a:bodyPr>
          <a:lstStyle/>
          <a:p>
            <a:r>
              <a:rPr lang="en-US"/>
              <a:t>3. Locals</a:t>
            </a:r>
          </a:p>
        </p:txBody>
      </p:sp>
      <p:sp>
        <p:nvSpPr>
          <p:cNvPr id="5" name="Espace réservé du texte 4">
            <a:extLst>
              <a:ext uri="{FF2B5EF4-FFF2-40B4-BE49-F238E27FC236}">
                <a16:creationId xmlns:a16="http://schemas.microsoft.com/office/drawing/2014/main" id="{643173AF-8014-A938-91CD-F2044A309871}"/>
              </a:ext>
            </a:extLst>
          </p:cNvPr>
          <p:cNvSpPr>
            <a:spLocks noGrp="1"/>
          </p:cNvSpPr>
          <p:nvPr>
            <p:ph type="body" sz="quarter" idx="15"/>
          </p:nvPr>
        </p:nvSpPr>
        <p:spPr/>
        <p:txBody>
          <a:bodyPr vert="horz" wrap="square" lIns="91440" tIns="45720" rIns="91440" bIns="45720" rtlCol="0" anchor="t">
            <a:spAutoFit/>
          </a:bodyPr>
          <a:lstStyle/>
          <a:p>
            <a:r>
              <a:rPr lang="en-US">
                <a:ea typeface="Calibri"/>
                <a:cs typeface="Calibri"/>
              </a:rPr>
              <a:t>Locals</a:t>
            </a:r>
            <a:endParaRPr lang="en-US"/>
          </a:p>
        </p:txBody>
      </p:sp>
      <p:sp>
        <p:nvSpPr>
          <p:cNvPr id="2" name="Espace réservé du contenu 2">
            <a:extLst>
              <a:ext uri="{FF2B5EF4-FFF2-40B4-BE49-F238E27FC236}">
                <a16:creationId xmlns:a16="http://schemas.microsoft.com/office/drawing/2014/main" id="{58A6D026-3E7B-03E2-075A-3419B2DE5AE1}"/>
              </a:ext>
            </a:extLst>
          </p:cNvPr>
          <p:cNvSpPr>
            <a:spLocks noGrp="1"/>
          </p:cNvSpPr>
          <p:nvPr/>
        </p:nvSpPr>
        <p:spPr>
          <a:xfrm>
            <a:off x="6172200" y="2176667"/>
            <a:ext cx="5181600" cy="4000295"/>
          </a:xfrm>
          <a:prstGeom prst="rect">
            <a:avLst/>
          </a:prstGeom>
          <a:solidFill>
            <a:srgbClr val="3D2683"/>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4EC9B0"/>
                </a:solidFill>
                <a:effectLst/>
                <a:latin typeface="Consolas"/>
              </a:rPr>
              <a:t>resource</a:t>
            </a:r>
            <a:r>
              <a:rPr lang="en-US" sz="1600" dirty="0">
                <a:solidFill>
                  <a:srgbClr val="D4D4D4"/>
                </a:solidFill>
                <a:effectLst/>
                <a:latin typeface="Consolas"/>
              </a:rPr>
              <a:t> </a:t>
            </a:r>
            <a:r>
              <a:rPr lang="en-US" sz="1600" dirty="0">
                <a:solidFill>
                  <a:srgbClr val="4FC1FF"/>
                </a:solidFill>
                <a:effectLst/>
                <a:latin typeface="Consolas"/>
              </a:rPr>
              <a:t>"</a:t>
            </a:r>
            <a:r>
              <a:rPr lang="en-US" sz="1600" dirty="0">
                <a:solidFill>
                  <a:srgbClr val="4FC1FF"/>
                </a:solidFill>
                <a:effectLst/>
                <a:latin typeface="Calibri"/>
                <a:ea typeface="Calibri"/>
                <a:cs typeface="Calibri"/>
              </a:rPr>
              <a:t>aws_</a:t>
            </a:r>
            <a:r>
              <a:rPr lang="en-US" sz="1600" dirty="0">
                <a:solidFill>
                  <a:srgbClr val="4FC1FF"/>
                </a:solidFill>
                <a:ea typeface="+mn-lt"/>
                <a:cs typeface="+mn-lt"/>
              </a:rPr>
              <a:t>s3_bucket</a:t>
            </a:r>
            <a:r>
              <a:rPr lang="en-US" sz="1600" dirty="0">
                <a:solidFill>
                  <a:srgbClr val="4FC1FF"/>
                </a:solidFill>
                <a:effectLst/>
                <a:latin typeface="Consolas"/>
              </a:rPr>
              <a:t>"</a:t>
            </a:r>
            <a:r>
              <a:rPr lang="en-US" sz="1600" dirty="0">
                <a:solidFill>
                  <a:srgbClr val="D4D4D4"/>
                </a:solidFill>
                <a:effectLst/>
                <a:latin typeface="Consolas"/>
              </a:rPr>
              <a:t> </a:t>
            </a:r>
            <a:r>
              <a:rPr lang="en-US" sz="1600">
                <a:solidFill>
                  <a:srgbClr val="4FC1FF"/>
                </a:solidFill>
                <a:latin typeface="Consolas"/>
              </a:rPr>
              <a:t>"logs"</a:t>
            </a:r>
            <a:r>
              <a:rPr lang="en-US" sz="1600" dirty="0">
                <a:solidFill>
                  <a:srgbClr val="D4D4D4"/>
                </a:solidFill>
                <a:effectLst/>
                <a:latin typeface="Consolas"/>
              </a:rPr>
              <a:t> {</a:t>
            </a:r>
          </a:p>
          <a:p>
            <a:pPr marL="0" indent="0">
              <a:buNone/>
            </a:pPr>
            <a:r>
              <a:rPr lang="en-US" sz="1600" dirty="0">
                <a:solidFill>
                  <a:srgbClr val="9CDCFE"/>
                </a:solidFill>
                <a:latin typeface="Consolas"/>
                <a:ea typeface="+mn-lt"/>
                <a:cs typeface="+mn-lt"/>
              </a:rPr>
              <a:t>bucket</a:t>
            </a:r>
            <a:r>
              <a:rPr lang="en-US" sz="1600" dirty="0">
                <a:solidFill>
                  <a:srgbClr val="9CDCFE"/>
                </a:solidFill>
                <a:latin typeface="Consolas"/>
              </a:rPr>
              <a:t> </a:t>
            </a:r>
            <a:r>
              <a:rPr lang="en-US" sz="1600" dirty="0">
                <a:solidFill>
                  <a:srgbClr val="D4D4D4"/>
                </a:solidFill>
                <a:latin typeface="Consolas"/>
              </a:rPr>
              <a:t>=</a:t>
            </a:r>
            <a:r>
              <a:rPr lang="en-US" sz="1600" dirty="0">
                <a:solidFill>
                  <a:srgbClr val="9CDCFE"/>
                </a:solidFill>
                <a:latin typeface="Consolas"/>
              </a:rPr>
              <a:t> </a:t>
            </a:r>
            <a:r>
              <a:rPr lang="en-US" sz="1600" dirty="0">
                <a:solidFill>
                  <a:srgbClr val="CE9178"/>
                </a:solidFill>
                <a:latin typeface="Consolas"/>
              </a:rPr>
              <a:t>"${</a:t>
            </a:r>
            <a:r>
              <a:rPr lang="en-US" sz="1600" dirty="0" err="1">
                <a:solidFill>
                  <a:srgbClr val="CE9178"/>
                </a:solidFill>
                <a:latin typeface="Consolas"/>
              </a:rPr>
              <a:t>local.name_prefix</a:t>
            </a:r>
            <a:r>
              <a:rPr lang="en-US" sz="1600" dirty="0">
                <a:solidFill>
                  <a:srgbClr val="CE9178"/>
                </a:solidFill>
                <a:latin typeface="Consolas"/>
              </a:rPr>
              <a:t>}-logs</a:t>
            </a:r>
            <a:r>
              <a:rPr lang="en-US" sz="1600" dirty="0">
                <a:solidFill>
                  <a:srgbClr val="CE9178"/>
                </a:solidFill>
                <a:effectLst/>
                <a:latin typeface="Consolas"/>
              </a:rPr>
              <a:t>"</a:t>
            </a:r>
            <a:endParaRPr lang="en-US" sz="1600" dirty="0">
              <a:solidFill>
                <a:srgbClr val="D4D4D4"/>
              </a:solidFill>
              <a:latin typeface="Consolas"/>
            </a:endParaRPr>
          </a:p>
          <a:p>
            <a:pPr marL="0" indent="0">
              <a:buNone/>
            </a:pPr>
            <a:r>
              <a:rPr lang="en-US" sz="1600" dirty="0">
                <a:solidFill>
                  <a:srgbClr val="9CDCFE"/>
                </a:solidFill>
                <a:latin typeface="Consolas"/>
              </a:rPr>
              <a:t>tags </a:t>
            </a:r>
            <a:r>
              <a:rPr lang="en-US" sz="1600" dirty="0">
                <a:solidFill>
                  <a:srgbClr val="D4D4D4"/>
                </a:solidFill>
                <a:latin typeface="Consolas"/>
              </a:rPr>
              <a:t>= </a:t>
            </a:r>
            <a:r>
              <a:rPr lang="en-US" sz="1600" dirty="0" err="1">
                <a:solidFill>
                  <a:srgbClr val="D4D4D4"/>
                </a:solidFill>
                <a:latin typeface="Consolas"/>
              </a:rPr>
              <a:t>local.common_tags</a:t>
            </a:r>
            <a:endParaRPr lang="en-US" sz="1600">
              <a:solidFill>
                <a:srgbClr val="D4D4D4"/>
              </a:solidFill>
              <a:latin typeface="Consolas"/>
            </a:endParaRPr>
          </a:p>
          <a:p>
            <a:pPr marL="0" indent="0">
              <a:buNone/>
            </a:pPr>
            <a:r>
              <a:rPr lang="en-US" sz="1600" dirty="0">
                <a:solidFill>
                  <a:srgbClr val="9CDCFE"/>
                </a:solidFill>
                <a:effectLst/>
                <a:latin typeface="Consolas"/>
              </a:rPr>
              <a:t>  </a:t>
            </a:r>
            <a:r>
              <a:rPr lang="en-US" sz="1600">
                <a:solidFill>
                  <a:srgbClr val="D4D4D4"/>
                </a:solidFill>
                <a:effectLst/>
                <a:latin typeface="Consolas"/>
              </a:rPr>
              <a:t>}</a:t>
            </a:r>
          </a:p>
          <a:p>
            <a:pPr marL="0" indent="0">
              <a:buNone/>
            </a:pPr>
            <a:endParaRPr lang="en-US" sz="1600" dirty="0">
              <a:solidFill>
                <a:srgbClr val="D4D4D4"/>
              </a:solidFill>
              <a:latin typeface="Consolas" panose="020B0609020204030204" pitchFamily="49" charset="0"/>
            </a:endParaRPr>
          </a:p>
          <a:p>
            <a:pPr marL="0" indent="0">
              <a:buNone/>
            </a:pPr>
            <a:r>
              <a:rPr lang="en-US" sz="1600">
                <a:solidFill>
                  <a:srgbClr val="4EC9B0"/>
                </a:solidFill>
                <a:latin typeface="Consolas"/>
                <a:ea typeface="+mn-lt"/>
                <a:cs typeface="+mn-lt"/>
              </a:rPr>
              <a:t>resource</a:t>
            </a:r>
            <a:r>
              <a:rPr lang="en-US" sz="1600" dirty="0">
                <a:solidFill>
                  <a:srgbClr val="D4D4D4"/>
                </a:solidFill>
                <a:latin typeface="Consolas"/>
                <a:ea typeface="+mn-lt"/>
                <a:cs typeface="+mn-lt"/>
              </a:rPr>
              <a:t> </a:t>
            </a:r>
            <a:r>
              <a:rPr lang="en-US" sz="1600">
                <a:solidFill>
                  <a:srgbClr val="4FC1FF"/>
                </a:solidFill>
                <a:latin typeface="Consolas"/>
                <a:ea typeface="+mn-lt"/>
                <a:cs typeface="+mn-lt"/>
              </a:rPr>
              <a:t>"</a:t>
            </a:r>
            <a:r>
              <a:rPr lang="en-US" sz="1600">
                <a:solidFill>
                  <a:srgbClr val="4FC1FF"/>
                </a:solidFill>
                <a:latin typeface="Calibri"/>
                <a:ea typeface="+mn-lt"/>
                <a:cs typeface="+mn-lt"/>
              </a:rPr>
              <a:t>aws_s3_bucket</a:t>
            </a:r>
            <a:r>
              <a:rPr lang="en-US" sz="1600">
                <a:solidFill>
                  <a:srgbClr val="4FC1FF"/>
                </a:solidFill>
                <a:latin typeface="Consolas"/>
                <a:ea typeface="+mn-lt"/>
                <a:cs typeface="+mn-lt"/>
              </a:rPr>
              <a:t>"</a:t>
            </a:r>
            <a:r>
              <a:rPr lang="en-US" sz="1600" dirty="0">
                <a:solidFill>
                  <a:srgbClr val="D4D4D4"/>
                </a:solidFill>
                <a:latin typeface="Consolas"/>
                <a:ea typeface="+mn-lt"/>
                <a:cs typeface="+mn-lt"/>
              </a:rPr>
              <a:t> </a:t>
            </a:r>
            <a:r>
              <a:rPr lang="en-US" sz="1600">
                <a:solidFill>
                  <a:srgbClr val="4FC1FF"/>
                </a:solidFill>
                <a:latin typeface="Consolas"/>
                <a:ea typeface="+mn-lt"/>
                <a:cs typeface="+mn-lt"/>
              </a:rPr>
              <a:t>"backup"</a:t>
            </a:r>
            <a:r>
              <a:rPr lang="en-US" sz="1600" dirty="0">
                <a:solidFill>
                  <a:srgbClr val="D4D4D4"/>
                </a:solidFill>
                <a:latin typeface="Consolas"/>
                <a:ea typeface="+mn-lt"/>
                <a:cs typeface="+mn-lt"/>
              </a:rPr>
              <a:t> {</a:t>
            </a:r>
            <a:endParaRPr lang="en-US" sz="1600" dirty="0">
              <a:solidFill>
                <a:srgbClr val="000000"/>
              </a:solidFill>
              <a:latin typeface="Consolas"/>
              <a:ea typeface="+mn-lt"/>
              <a:cs typeface="+mn-lt"/>
            </a:endParaRPr>
          </a:p>
          <a:p>
            <a:pPr marL="0" indent="0">
              <a:buNone/>
            </a:pPr>
            <a:r>
              <a:rPr lang="en-US" sz="1600" dirty="0">
                <a:solidFill>
                  <a:srgbClr val="9CDCFE"/>
                </a:solidFill>
                <a:latin typeface="Consolas"/>
                <a:ea typeface="+mn-lt"/>
                <a:cs typeface="+mn-lt"/>
              </a:rPr>
              <a:t>bucket </a:t>
            </a:r>
            <a:r>
              <a:rPr lang="en-US" sz="1600" dirty="0">
                <a:solidFill>
                  <a:srgbClr val="D4D4D4"/>
                </a:solidFill>
                <a:latin typeface="Consolas"/>
                <a:ea typeface="+mn-lt"/>
                <a:cs typeface="+mn-lt"/>
              </a:rPr>
              <a:t>=</a:t>
            </a:r>
            <a:r>
              <a:rPr lang="en-US" sz="1600" dirty="0">
                <a:solidFill>
                  <a:srgbClr val="9CDCFE"/>
                </a:solidFill>
                <a:latin typeface="Consolas"/>
                <a:ea typeface="+mn-lt"/>
                <a:cs typeface="+mn-lt"/>
              </a:rPr>
              <a:t> </a:t>
            </a:r>
            <a:r>
              <a:rPr lang="en-US" sz="1600" dirty="0">
                <a:solidFill>
                  <a:srgbClr val="CE9178"/>
                </a:solidFill>
                <a:latin typeface="Consolas"/>
                <a:ea typeface="+mn-lt"/>
                <a:cs typeface="+mn-lt"/>
              </a:rPr>
              <a:t>"${</a:t>
            </a:r>
            <a:r>
              <a:rPr lang="en-US" sz="1600" dirty="0" err="1">
                <a:solidFill>
                  <a:srgbClr val="CE9178"/>
                </a:solidFill>
                <a:latin typeface="Consolas"/>
                <a:ea typeface="+mn-lt"/>
                <a:cs typeface="+mn-lt"/>
              </a:rPr>
              <a:t>local.name_prefix</a:t>
            </a:r>
            <a:r>
              <a:rPr lang="en-US" sz="1600" dirty="0">
                <a:solidFill>
                  <a:srgbClr val="CE9178"/>
                </a:solidFill>
                <a:latin typeface="Consolas"/>
                <a:ea typeface="+mn-lt"/>
                <a:cs typeface="+mn-lt"/>
              </a:rPr>
              <a:t>}-backup"</a:t>
            </a:r>
            <a:endParaRPr lang="en-US" sz="1600" dirty="0">
              <a:solidFill>
                <a:srgbClr val="000000"/>
              </a:solidFill>
              <a:latin typeface="Consolas"/>
              <a:ea typeface="+mn-lt"/>
              <a:cs typeface="+mn-lt"/>
            </a:endParaRPr>
          </a:p>
          <a:p>
            <a:pPr>
              <a:buNone/>
            </a:pPr>
            <a:r>
              <a:rPr lang="en-US" sz="1600" dirty="0">
                <a:solidFill>
                  <a:srgbClr val="9CDCFE"/>
                </a:solidFill>
                <a:latin typeface="Consolas"/>
                <a:ea typeface="+mn-lt"/>
                <a:cs typeface="+mn-lt"/>
              </a:rPr>
              <a:t>tags </a:t>
            </a:r>
            <a:r>
              <a:rPr lang="en-US" sz="1600" dirty="0">
                <a:solidFill>
                  <a:srgbClr val="D4D4D4"/>
                </a:solidFill>
                <a:latin typeface="Consolas"/>
                <a:ea typeface="+mn-lt"/>
                <a:cs typeface="+mn-lt"/>
              </a:rPr>
              <a:t>= </a:t>
            </a:r>
            <a:r>
              <a:rPr lang="en-US" sz="1600" dirty="0" err="1">
                <a:solidFill>
                  <a:srgbClr val="D4D4D4"/>
                </a:solidFill>
                <a:latin typeface="Consolas"/>
                <a:ea typeface="+mn-lt"/>
                <a:cs typeface="+mn-lt"/>
              </a:rPr>
              <a:t>local.common_tags</a:t>
            </a:r>
            <a:endParaRPr lang="en-US" sz="1600" dirty="0" err="1">
              <a:solidFill>
                <a:srgbClr val="000000"/>
              </a:solidFill>
              <a:latin typeface="Consolas"/>
              <a:ea typeface="+mn-lt"/>
              <a:cs typeface="+mn-lt"/>
            </a:endParaRPr>
          </a:p>
          <a:p>
            <a:pPr marL="0" indent="0">
              <a:buNone/>
            </a:pPr>
            <a:r>
              <a:rPr lang="en-US" sz="1600">
                <a:solidFill>
                  <a:srgbClr val="D4D4D4"/>
                </a:solidFill>
                <a:latin typeface="Consolas"/>
                <a:ea typeface="+mn-lt"/>
                <a:cs typeface="+mn-lt"/>
              </a:rPr>
              <a:t>}</a:t>
            </a:r>
            <a:endParaRPr lang="en-US" sz="1600">
              <a:solidFill>
                <a:srgbClr val="000000"/>
              </a:solidFill>
              <a:latin typeface="Consolas"/>
              <a:ea typeface="+mn-lt"/>
              <a:cs typeface="+mn-lt"/>
            </a:endParaRPr>
          </a:p>
          <a:p>
            <a:pPr marL="0" indent="0">
              <a:buNone/>
            </a:pPr>
            <a:endParaRPr lang="en-US" sz="1600" dirty="0">
              <a:solidFill>
                <a:srgbClr val="D4D4D4"/>
              </a:solidFill>
              <a:ea typeface="+mn-lt"/>
              <a:cs typeface="+mn-lt"/>
            </a:endParaRPr>
          </a:p>
        </p:txBody>
      </p:sp>
    </p:spTree>
    <p:extLst>
      <p:ext uri="{BB962C8B-B14F-4D97-AF65-F5344CB8AC3E}">
        <p14:creationId xmlns:p14="http://schemas.microsoft.com/office/powerpoint/2010/main" val="2852723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78416-2881-A5F0-2950-7E76F3A93617}"/>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7D194C4F-EBDE-0947-1879-FB412C0AF40F}"/>
              </a:ext>
            </a:extLst>
          </p:cNvPr>
          <p:cNvSpPr>
            <a:spLocks noGrp="1"/>
          </p:cNvSpPr>
          <p:nvPr>
            <p:ph idx="1"/>
          </p:nvPr>
        </p:nvSpPr>
        <p:spPr>
          <a:xfrm>
            <a:off x="838200" y="2176669"/>
            <a:ext cx="5253487" cy="4000293"/>
          </a:xfrm>
        </p:spPr>
        <p:txBody>
          <a:bodyPr vert="horz" lIns="91440" tIns="45720" rIns="91440" bIns="45720" rtlCol="0" anchor="t">
            <a:normAutofit/>
          </a:bodyPr>
          <a:lstStyle/>
          <a:p>
            <a:pPr>
              <a:buFont typeface="Arial"/>
              <a:buChar char="•"/>
            </a:pPr>
            <a:r>
              <a:rPr lang="en-US">
                <a:ea typeface="+mn-lt"/>
                <a:cs typeface="+mn-lt"/>
              </a:rPr>
              <a:t>Reduce boilerplate by computing </a:t>
            </a:r>
            <a:r>
              <a:rPr lang="en-US" dirty="0">
                <a:ea typeface="+mn-lt"/>
                <a:cs typeface="+mn-lt"/>
              </a:rPr>
              <a:t>values once in a locals block</a:t>
            </a:r>
            <a:endParaRPr lang="en-US" dirty="0">
              <a:ea typeface="Calibri" panose="020F0502020204030204"/>
              <a:cs typeface="Calibri" panose="020F0502020204030204"/>
            </a:endParaRPr>
          </a:p>
        </p:txBody>
      </p:sp>
      <p:sp>
        <p:nvSpPr>
          <p:cNvPr id="4" name="Espace réservé du texte 3">
            <a:extLst>
              <a:ext uri="{FF2B5EF4-FFF2-40B4-BE49-F238E27FC236}">
                <a16:creationId xmlns:a16="http://schemas.microsoft.com/office/drawing/2014/main" id="{FB8AE98B-3345-B462-4E3B-B6D596972577}"/>
              </a:ext>
            </a:extLst>
          </p:cNvPr>
          <p:cNvSpPr>
            <a:spLocks noGrp="1"/>
          </p:cNvSpPr>
          <p:nvPr>
            <p:ph type="body" sz="quarter" idx="14"/>
          </p:nvPr>
        </p:nvSpPr>
        <p:spPr/>
        <p:txBody>
          <a:bodyPr vert="horz" lIns="91440" tIns="45720" rIns="91440" bIns="45720" rtlCol="0" anchor="t">
            <a:noAutofit/>
          </a:bodyPr>
          <a:lstStyle/>
          <a:p>
            <a:r>
              <a:rPr lang="en-US"/>
              <a:t>3. Locals</a:t>
            </a:r>
          </a:p>
        </p:txBody>
      </p:sp>
      <p:sp>
        <p:nvSpPr>
          <p:cNvPr id="5" name="Espace réservé du texte 4">
            <a:extLst>
              <a:ext uri="{FF2B5EF4-FFF2-40B4-BE49-F238E27FC236}">
                <a16:creationId xmlns:a16="http://schemas.microsoft.com/office/drawing/2014/main" id="{EC4FB69D-4731-9DCE-1C2F-051F06662E8E}"/>
              </a:ext>
            </a:extLst>
          </p:cNvPr>
          <p:cNvSpPr>
            <a:spLocks noGrp="1"/>
          </p:cNvSpPr>
          <p:nvPr>
            <p:ph type="body" sz="quarter" idx="15"/>
          </p:nvPr>
        </p:nvSpPr>
        <p:spPr/>
        <p:txBody>
          <a:bodyPr vert="horz" wrap="square" lIns="91440" tIns="45720" rIns="91440" bIns="45720" rtlCol="0" anchor="t">
            <a:spAutoFit/>
          </a:bodyPr>
          <a:lstStyle/>
          <a:p>
            <a:r>
              <a:rPr lang="en-US">
                <a:ea typeface="Calibri"/>
                <a:cs typeface="Calibri"/>
              </a:rPr>
              <a:t>Best practices</a:t>
            </a:r>
          </a:p>
        </p:txBody>
      </p:sp>
      <p:sp>
        <p:nvSpPr>
          <p:cNvPr id="2" name="Espace réservé du contenu 2">
            <a:extLst>
              <a:ext uri="{FF2B5EF4-FFF2-40B4-BE49-F238E27FC236}">
                <a16:creationId xmlns:a16="http://schemas.microsoft.com/office/drawing/2014/main" id="{710ACEB5-96A8-B1D2-EF0B-83B0DCDB595E}"/>
              </a:ext>
            </a:extLst>
          </p:cNvPr>
          <p:cNvSpPr>
            <a:spLocks noGrp="1"/>
          </p:cNvSpPr>
          <p:nvPr/>
        </p:nvSpPr>
        <p:spPr>
          <a:xfrm>
            <a:off x="6172200" y="950461"/>
            <a:ext cx="5181600" cy="5226501"/>
          </a:xfrm>
          <a:prstGeom prst="rect">
            <a:avLst/>
          </a:prstGeom>
          <a:solidFill>
            <a:srgbClr val="3D2683"/>
          </a:solidFill>
        </p:spPr>
        <p:txBody>
          <a:bodyPr vert="horz" lIns="91440" tIns="45720" rIns="91440" bIns="45720" rtlCol="0" anchor="t">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3400" i="1">
                <a:solidFill>
                  <a:srgbClr val="F9E2AF"/>
                </a:solidFill>
                <a:latin typeface="Consolas"/>
                <a:ea typeface="+mn-lt"/>
                <a:cs typeface="+mn-lt"/>
              </a:rPr>
              <a:t>locals</a:t>
            </a:r>
            <a:r>
              <a:rPr lang="en-US" sz="3400" dirty="0">
                <a:solidFill>
                  <a:srgbClr val="CDD6F4"/>
                </a:solidFill>
                <a:latin typeface="Consolas"/>
                <a:ea typeface="+mn-lt"/>
                <a:cs typeface="+mn-lt"/>
              </a:rPr>
              <a:t> </a:t>
            </a:r>
            <a:r>
              <a:rPr lang="en-US" sz="3400">
                <a:solidFill>
                  <a:srgbClr val="9399B2"/>
                </a:solidFill>
                <a:latin typeface="Consolas"/>
                <a:ea typeface="+mn-lt"/>
                <a:cs typeface="+mn-lt"/>
              </a:rPr>
              <a:t>{</a:t>
            </a:r>
            <a:endParaRPr lang="en-US" sz="3400" dirty="0">
              <a:solidFill>
                <a:srgbClr val="9399B2"/>
              </a:solidFill>
              <a:latin typeface="Consolas"/>
              <a:ea typeface="+mn-lt"/>
              <a:cs typeface="+mn-lt"/>
            </a:endParaRPr>
          </a:p>
          <a:p>
            <a:pPr>
              <a:buNone/>
            </a:pPr>
            <a:r>
              <a:rPr lang="en-US" sz="3400" dirty="0">
                <a:solidFill>
                  <a:srgbClr val="CDD6F4"/>
                </a:solidFill>
                <a:latin typeface="Consolas"/>
                <a:ea typeface="+mn-lt"/>
                <a:cs typeface="+mn-lt"/>
              </a:rPr>
              <a:t>  </a:t>
            </a:r>
            <a:r>
              <a:rPr lang="en-US" sz="3400" dirty="0" err="1">
                <a:solidFill>
                  <a:srgbClr val="CDD6F4"/>
                </a:solidFill>
                <a:latin typeface="Consolas"/>
                <a:ea typeface="+mn-lt"/>
                <a:cs typeface="+mn-lt"/>
              </a:rPr>
              <a:t>is_prod</a:t>
            </a:r>
            <a:r>
              <a:rPr lang="en-US" sz="3400" dirty="0">
                <a:solidFill>
                  <a:srgbClr val="CDD6F4"/>
                </a:solidFill>
                <a:latin typeface="Consolas"/>
                <a:ea typeface="+mn-lt"/>
                <a:cs typeface="+mn-lt"/>
              </a:rPr>
              <a:t> </a:t>
            </a:r>
            <a:r>
              <a:rPr lang="en-US" sz="3400" dirty="0">
                <a:solidFill>
                  <a:srgbClr val="94E2D5"/>
                </a:solidFill>
                <a:latin typeface="Consolas"/>
                <a:ea typeface="+mn-lt"/>
                <a:cs typeface="+mn-lt"/>
              </a:rPr>
              <a:t>=</a:t>
            </a:r>
            <a:r>
              <a:rPr lang="en-US" sz="3400" dirty="0">
                <a:solidFill>
                  <a:srgbClr val="CDD6F4"/>
                </a:solidFill>
                <a:latin typeface="Consolas"/>
                <a:ea typeface="+mn-lt"/>
                <a:cs typeface="+mn-lt"/>
              </a:rPr>
              <a:t> </a:t>
            </a:r>
            <a:r>
              <a:rPr lang="en-US" sz="3400" dirty="0" err="1">
                <a:solidFill>
                  <a:srgbClr val="CDD6F4"/>
                </a:solidFill>
                <a:latin typeface="Consolas"/>
                <a:ea typeface="+mn-lt"/>
                <a:cs typeface="+mn-lt"/>
              </a:rPr>
              <a:t>var</a:t>
            </a:r>
            <a:r>
              <a:rPr lang="en-US" sz="3400" dirty="0" err="1">
                <a:solidFill>
                  <a:srgbClr val="94E2D5"/>
                </a:solidFill>
                <a:latin typeface="Consolas"/>
                <a:ea typeface="+mn-lt"/>
                <a:cs typeface="+mn-lt"/>
              </a:rPr>
              <a:t>.</a:t>
            </a:r>
            <a:r>
              <a:rPr lang="en-US" sz="3400" dirty="0" err="1">
                <a:solidFill>
                  <a:srgbClr val="CDD6F4"/>
                </a:solidFill>
                <a:latin typeface="Consolas"/>
                <a:ea typeface="+mn-lt"/>
                <a:cs typeface="+mn-lt"/>
              </a:rPr>
              <a:t>environment</a:t>
            </a:r>
            <a:r>
              <a:rPr lang="en-US" sz="3400" dirty="0">
                <a:solidFill>
                  <a:srgbClr val="CDD6F4"/>
                </a:solidFill>
                <a:latin typeface="Consolas"/>
                <a:ea typeface="+mn-lt"/>
                <a:cs typeface="+mn-lt"/>
              </a:rPr>
              <a:t> </a:t>
            </a:r>
            <a:r>
              <a:rPr lang="en-US" sz="3400" dirty="0">
                <a:solidFill>
                  <a:srgbClr val="94E2D5"/>
                </a:solidFill>
                <a:latin typeface="Consolas"/>
                <a:ea typeface="+mn-lt"/>
                <a:cs typeface="+mn-lt"/>
              </a:rPr>
              <a:t>==</a:t>
            </a:r>
            <a:r>
              <a:rPr lang="en-US" sz="3400" dirty="0">
                <a:solidFill>
                  <a:srgbClr val="CDD6F4"/>
                </a:solidFill>
                <a:latin typeface="Consolas"/>
                <a:ea typeface="+mn-lt"/>
                <a:cs typeface="+mn-lt"/>
              </a:rPr>
              <a:t> </a:t>
            </a:r>
            <a:r>
              <a:rPr lang="en-US" sz="3400" dirty="0">
                <a:solidFill>
                  <a:srgbClr val="A6E3A1"/>
                </a:solidFill>
                <a:latin typeface="Consolas"/>
                <a:ea typeface="+mn-lt"/>
                <a:cs typeface="+mn-lt"/>
              </a:rPr>
              <a:t>"prod"</a:t>
            </a:r>
          </a:p>
          <a:p>
            <a:pPr>
              <a:buNone/>
            </a:pPr>
            <a:r>
              <a:rPr lang="en-US" sz="3400" dirty="0">
                <a:solidFill>
                  <a:srgbClr val="CDD6F4"/>
                </a:solidFill>
                <a:latin typeface="Consolas"/>
                <a:ea typeface="+mn-lt"/>
                <a:cs typeface="+mn-lt"/>
              </a:rPr>
              <a:t>  </a:t>
            </a:r>
            <a:r>
              <a:rPr lang="en-US" sz="3400" dirty="0" err="1">
                <a:solidFill>
                  <a:srgbClr val="CDD6F4"/>
                </a:solidFill>
                <a:latin typeface="Consolas"/>
                <a:ea typeface="+mn-lt"/>
                <a:cs typeface="+mn-lt"/>
              </a:rPr>
              <a:t>instance_type</a:t>
            </a:r>
            <a:r>
              <a:rPr lang="en-US" sz="3400" dirty="0">
                <a:solidFill>
                  <a:srgbClr val="CDD6F4"/>
                </a:solidFill>
                <a:latin typeface="Consolas"/>
                <a:ea typeface="+mn-lt"/>
                <a:cs typeface="+mn-lt"/>
              </a:rPr>
              <a:t> </a:t>
            </a:r>
            <a:r>
              <a:rPr lang="en-US" sz="3400" dirty="0">
                <a:solidFill>
                  <a:srgbClr val="94E2D5"/>
                </a:solidFill>
                <a:latin typeface="Consolas"/>
                <a:ea typeface="+mn-lt"/>
                <a:cs typeface="+mn-lt"/>
              </a:rPr>
              <a:t>=</a:t>
            </a:r>
            <a:r>
              <a:rPr lang="en-US" sz="3400" dirty="0">
                <a:solidFill>
                  <a:srgbClr val="CDD6F4"/>
                </a:solidFill>
                <a:latin typeface="Consolas"/>
                <a:ea typeface="+mn-lt"/>
                <a:cs typeface="+mn-lt"/>
              </a:rPr>
              <a:t> </a:t>
            </a:r>
            <a:r>
              <a:rPr lang="en-US" sz="3400" dirty="0">
                <a:solidFill>
                  <a:srgbClr val="9399B2"/>
                </a:solidFill>
                <a:latin typeface="Consolas"/>
                <a:ea typeface="+mn-lt"/>
                <a:cs typeface="+mn-lt"/>
              </a:rPr>
              <a:t>(</a:t>
            </a:r>
            <a:endParaRPr lang="en-US" sz="3400">
              <a:solidFill>
                <a:srgbClr val="9399B2"/>
              </a:solidFill>
              <a:latin typeface="Consolas"/>
            </a:endParaRPr>
          </a:p>
          <a:p>
            <a:pPr>
              <a:buNone/>
            </a:pPr>
            <a:r>
              <a:rPr lang="en-US" sz="3400" dirty="0">
                <a:solidFill>
                  <a:srgbClr val="CDD6F4"/>
                </a:solidFill>
                <a:latin typeface="Consolas"/>
                <a:ea typeface="+mn-lt"/>
                <a:cs typeface="+mn-lt"/>
              </a:rPr>
              <a:t>    </a:t>
            </a:r>
            <a:r>
              <a:rPr lang="en-US" sz="3400" dirty="0" err="1">
                <a:solidFill>
                  <a:srgbClr val="CDD6F4"/>
                </a:solidFill>
                <a:latin typeface="Consolas"/>
                <a:ea typeface="+mn-lt"/>
                <a:cs typeface="+mn-lt"/>
              </a:rPr>
              <a:t>local</a:t>
            </a:r>
            <a:r>
              <a:rPr lang="en-US" sz="3400" dirty="0" err="1">
                <a:solidFill>
                  <a:srgbClr val="94E2D5"/>
                </a:solidFill>
                <a:latin typeface="Consolas"/>
                <a:ea typeface="+mn-lt"/>
                <a:cs typeface="+mn-lt"/>
              </a:rPr>
              <a:t>.</a:t>
            </a:r>
            <a:r>
              <a:rPr lang="en-US" sz="3400" dirty="0" err="1">
                <a:solidFill>
                  <a:srgbClr val="CDD6F4"/>
                </a:solidFill>
                <a:latin typeface="Consolas"/>
                <a:ea typeface="+mn-lt"/>
                <a:cs typeface="+mn-lt"/>
              </a:rPr>
              <a:t>is_prod</a:t>
            </a:r>
            <a:r>
              <a:rPr lang="en-US" sz="3400" dirty="0">
                <a:solidFill>
                  <a:srgbClr val="CDD6F4"/>
                </a:solidFill>
                <a:latin typeface="Consolas"/>
                <a:ea typeface="+mn-lt"/>
                <a:cs typeface="+mn-lt"/>
              </a:rPr>
              <a:t> </a:t>
            </a:r>
            <a:endParaRPr lang="en-US" sz="3400">
              <a:solidFill>
                <a:srgbClr val="CDD6F4"/>
              </a:solidFill>
              <a:latin typeface="Consolas"/>
            </a:endParaRPr>
          </a:p>
          <a:p>
            <a:pPr>
              <a:buNone/>
            </a:pPr>
            <a:r>
              <a:rPr lang="en-US" sz="3400">
                <a:solidFill>
                  <a:srgbClr val="94E2D5"/>
                </a:solidFill>
                <a:latin typeface="Consolas"/>
                <a:ea typeface="+mn-lt"/>
                <a:cs typeface="+mn-lt"/>
              </a:rPr>
              <a:t>    ?</a:t>
            </a:r>
            <a:r>
              <a:rPr lang="en-US" sz="3400" dirty="0">
                <a:solidFill>
                  <a:srgbClr val="CDD6F4"/>
                </a:solidFill>
                <a:latin typeface="Consolas"/>
                <a:ea typeface="+mn-lt"/>
                <a:cs typeface="+mn-lt"/>
              </a:rPr>
              <a:t> </a:t>
            </a:r>
            <a:r>
              <a:rPr lang="en-US" sz="3400">
                <a:solidFill>
                  <a:srgbClr val="A6E3A1"/>
                </a:solidFill>
                <a:latin typeface="Consolas"/>
                <a:ea typeface="+mn-lt"/>
                <a:cs typeface="+mn-lt"/>
              </a:rPr>
              <a:t>"t3.large"</a:t>
            </a:r>
            <a:endParaRPr lang="en-US" sz="3400" dirty="0">
              <a:solidFill>
                <a:srgbClr val="A6E3A1"/>
              </a:solidFill>
              <a:latin typeface="Consolas"/>
              <a:ea typeface="+mn-lt"/>
              <a:cs typeface="+mn-lt"/>
            </a:endParaRPr>
          </a:p>
          <a:p>
            <a:pPr>
              <a:buNone/>
            </a:pPr>
            <a:r>
              <a:rPr lang="en-US" sz="3400">
                <a:solidFill>
                  <a:srgbClr val="94E2D5"/>
                </a:solidFill>
                <a:latin typeface="Consolas"/>
                <a:ea typeface="+mn-lt"/>
                <a:cs typeface="+mn-lt"/>
              </a:rPr>
              <a:t>    :</a:t>
            </a:r>
            <a:r>
              <a:rPr lang="en-US" sz="3400" dirty="0">
                <a:solidFill>
                  <a:srgbClr val="CDD6F4"/>
                </a:solidFill>
                <a:latin typeface="Consolas"/>
                <a:ea typeface="+mn-lt"/>
                <a:cs typeface="+mn-lt"/>
              </a:rPr>
              <a:t> </a:t>
            </a:r>
            <a:r>
              <a:rPr lang="en-US" sz="3400">
                <a:solidFill>
                  <a:srgbClr val="A6E3A1"/>
                </a:solidFill>
                <a:latin typeface="Consolas"/>
                <a:ea typeface="+mn-lt"/>
                <a:cs typeface="+mn-lt"/>
              </a:rPr>
              <a:t>"t3.micro"</a:t>
            </a:r>
            <a:endParaRPr lang="en-US" sz="3400" dirty="0">
              <a:solidFill>
                <a:srgbClr val="A6E3A1"/>
              </a:solidFill>
              <a:latin typeface="Consolas"/>
              <a:ea typeface="+mn-lt"/>
              <a:cs typeface="+mn-lt"/>
            </a:endParaRPr>
          </a:p>
          <a:p>
            <a:pPr>
              <a:buNone/>
            </a:pPr>
            <a:r>
              <a:rPr lang="en-US" sz="3400">
                <a:solidFill>
                  <a:srgbClr val="9399B2"/>
                </a:solidFill>
                <a:latin typeface="Consolas"/>
                <a:ea typeface="+mn-lt"/>
                <a:cs typeface="+mn-lt"/>
              </a:rPr>
              <a:t>  )</a:t>
            </a:r>
            <a:endParaRPr lang="en-US" sz="3400" dirty="0">
              <a:solidFill>
                <a:srgbClr val="9399B2"/>
              </a:solidFill>
              <a:latin typeface="Consolas"/>
              <a:ea typeface="+mn-lt"/>
              <a:cs typeface="+mn-lt"/>
            </a:endParaRPr>
          </a:p>
          <a:p>
            <a:pPr>
              <a:buNone/>
            </a:pPr>
            <a:r>
              <a:rPr lang="en-US" sz="2100" dirty="0">
                <a:solidFill>
                  <a:srgbClr val="CDD6F4"/>
                </a:solidFill>
                <a:latin typeface="Consolas"/>
                <a:ea typeface="+mn-lt"/>
                <a:cs typeface="+mn-lt"/>
              </a:rPr>
              <a:t> </a:t>
            </a:r>
            <a:r>
              <a:rPr lang="en-US" sz="2200" dirty="0">
                <a:solidFill>
                  <a:srgbClr val="CDD6F4"/>
                </a:solidFill>
                <a:latin typeface="Consolas"/>
                <a:ea typeface="+mn-lt"/>
                <a:cs typeface="+mn-lt"/>
              </a:rPr>
              <a:t> </a:t>
            </a:r>
            <a:r>
              <a:rPr lang="en-US" sz="2200" dirty="0" err="1">
                <a:solidFill>
                  <a:srgbClr val="CDD6F4"/>
                </a:solidFill>
                <a:latin typeface="Consolas"/>
                <a:ea typeface="+mn-lt"/>
                <a:cs typeface="+mn-lt"/>
              </a:rPr>
              <a:t>common_tags</a:t>
            </a:r>
            <a:r>
              <a:rPr lang="en-US" sz="2200" dirty="0">
                <a:solidFill>
                  <a:srgbClr val="CDD6F4"/>
                </a:solidFill>
                <a:latin typeface="Consolas"/>
                <a:ea typeface="+mn-lt"/>
                <a:cs typeface="+mn-lt"/>
              </a:rPr>
              <a:t> </a:t>
            </a:r>
            <a:r>
              <a:rPr lang="en-US" sz="2200" dirty="0">
                <a:solidFill>
                  <a:srgbClr val="94E2D5"/>
                </a:solidFill>
                <a:latin typeface="Consolas"/>
                <a:ea typeface="+mn-lt"/>
                <a:cs typeface="+mn-lt"/>
              </a:rPr>
              <a:t>=</a:t>
            </a:r>
            <a:r>
              <a:rPr lang="en-US" sz="2200" dirty="0">
                <a:solidFill>
                  <a:srgbClr val="CDD6F4"/>
                </a:solidFill>
                <a:latin typeface="Consolas"/>
                <a:ea typeface="+mn-lt"/>
                <a:cs typeface="+mn-lt"/>
              </a:rPr>
              <a:t> </a:t>
            </a:r>
            <a:r>
              <a:rPr lang="en-US" sz="2200" dirty="0">
                <a:solidFill>
                  <a:srgbClr val="9399B2"/>
                </a:solidFill>
                <a:latin typeface="Consolas"/>
                <a:ea typeface="+mn-lt"/>
                <a:cs typeface="+mn-lt"/>
              </a:rPr>
              <a:t>{</a:t>
            </a:r>
            <a:endParaRPr lang="en-US" sz="2200">
              <a:solidFill>
                <a:srgbClr val="9399B2"/>
              </a:solidFill>
              <a:latin typeface="Consolas"/>
            </a:endParaRPr>
          </a:p>
          <a:p>
            <a:pPr>
              <a:buNone/>
            </a:pPr>
            <a:r>
              <a:rPr lang="en-US" sz="2200" dirty="0">
                <a:solidFill>
                  <a:srgbClr val="CDD6F4"/>
                </a:solidFill>
                <a:latin typeface="Consolas"/>
                <a:ea typeface="+mn-lt"/>
                <a:cs typeface="+mn-lt"/>
              </a:rPr>
              <a:t>    </a:t>
            </a:r>
            <a:r>
              <a:rPr lang="en-US" sz="2200" dirty="0" err="1">
                <a:solidFill>
                  <a:srgbClr val="CDD6F4"/>
                </a:solidFill>
                <a:latin typeface="Consolas"/>
                <a:ea typeface="+mn-lt"/>
                <a:cs typeface="+mn-lt"/>
              </a:rPr>
              <a:t>ManagedBy</a:t>
            </a:r>
            <a:r>
              <a:rPr lang="en-US" sz="2200" dirty="0">
                <a:solidFill>
                  <a:srgbClr val="CDD6F4"/>
                </a:solidFill>
                <a:latin typeface="Consolas"/>
                <a:ea typeface="+mn-lt"/>
                <a:cs typeface="+mn-lt"/>
              </a:rPr>
              <a:t> </a:t>
            </a:r>
            <a:r>
              <a:rPr lang="en-US" sz="2200" dirty="0">
                <a:solidFill>
                  <a:srgbClr val="94E2D5"/>
                </a:solidFill>
                <a:latin typeface="Consolas"/>
                <a:ea typeface="+mn-lt"/>
                <a:cs typeface="+mn-lt"/>
              </a:rPr>
              <a:t>=</a:t>
            </a:r>
            <a:r>
              <a:rPr lang="en-US" sz="2200" dirty="0">
                <a:solidFill>
                  <a:srgbClr val="CDD6F4"/>
                </a:solidFill>
                <a:latin typeface="Consolas"/>
                <a:ea typeface="+mn-lt"/>
                <a:cs typeface="+mn-lt"/>
              </a:rPr>
              <a:t> </a:t>
            </a:r>
            <a:r>
              <a:rPr lang="en-US" sz="2200" dirty="0">
                <a:solidFill>
                  <a:srgbClr val="A6E3A1"/>
                </a:solidFill>
                <a:latin typeface="Consolas"/>
                <a:ea typeface="+mn-lt"/>
                <a:cs typeface="+mn-lt"/>
              </a:rPr>
              <a:t>"Terraform"</a:t>
            </a:r>
          </a:p>
          <a:p>
            <a:pPr>
              <a:buNone/>
            </a:pPr>
            <a:r>
              <a:rPr lang="en-US" sz="2200" dirty="0">
                <a:solidFill>
                  <a:srgbClr val="CDD6F4"/>
                </a:solidFill>
                <a:latin typeface="Consolas"/>
                <a:ea typeface="+mn-lt"/>
                <a:cs typeface="+mn-lt"/>
              </a:rPr>
              <a:t>    Project </a:t>
            </a:r>
            <a:r>
              <a:rPr lang="en-US" sz="2200" dirty="0">
                <a:solidFill>
                  <a:srgbClr val="94E2D5"/>
                </a:solidFill>
                <a:latin typeface="Consolas"/>
                <a:ea typeface="+mn-lt"/>
                <a:cs typeface="+mn-lt"/>
              </a:rPr>
              <a:t>=</a:t>
            </a:r>
            <a:r>
              <a:rPr lang="en-US" sz="2200" dirty="0">
                <a:solidFill>
                  <a:srgbClr val="CDD6F4"/>
                </a:solidFill>
                <a:latin typeface="Consolas"/>
                <a:ea typeface="+mn-lt"/>
                <a:cs typeface="+mn-lt"/>
              </a:rPr>
              <a:t> </a:t>
            </a:r>
            <a:r>
              <a:rPr lang="en-US" sz="2200" dirty="0" err="1">
                <a:solidFill>
                  <a:srgbClr val="CDD6F4"/>
                </a:solidFill>
                <a:latin typeface="Consolas"/>
                <a:ea typeface="+mn-lt"/>
                <a:cs typeface="+mn-lt"/>
              </a:rPr>
              <a:t>var.project</a:t>
            </a:r>
            <a:endParaRPr lang="en-US" sz="2200">
              <a:solidFill>
                <a:srgbClr val="CDD6F4"/>
              </a:solidFill>
              <a:latin typeface="Consolas"/>
            </a:endParaRPr>
          </a:p>
          <a:p>
            <a:pPr>
              <a:buNone/>
            </a:pPr>
            <a:r>
              <a:rPr lang="en-US" sz="2200" dirty="0">
                <a:solidFill>
                  <a:srgbClr val="CDD6F4"/>
                </a:solidFill>
                <a:latin typeface="Consolas"/>
                <a:ea typeface="+mn-lt"/>
                <a:cs typeface="+mn-lt"/>
              </a:rPr>
              <a:t>    Environment </a:t>
            </a:r>
            <a:r>
              <a:rPr lang="en-US" sz="2200" dirty="0">
                <a:solidFill>
                  <a:srgbClr val="94E2D5"/>
                </a:solidFill>
                <a:latin typeface="Consolas"/>
                <a:ea typeface="+mn-lt"/>
                <a:cs typeface="+mn-lt"/>
              </a:rPr>
              <a:t>=</a:t>
            </a:r>
            <a:r>
              <a:rPr lang="en-US" sz="2200" dirty="0">
                <a:solidFill>
                  <a:srgbClr val="CDD6F4"/>
                </a:solidFill>
                <a:latin typeface="Consolas"/>
                <a:ea typeface="+mn-lt"/>
                <a:cs typeface="+mn-lt"/>
              </a:rPr>
              <a:t> </a:t>
            </a:r>
            <a:r>
              <a:rPr lang="en-US" sz="2200" dirty="0" err="1">
                <a:solidFill>
                  <a:srgbClr val="CDD6F4"/>
                </a:solidFill>
                <a:latin typeface="Consolas"/>
                <a:ea typeface="+mn-lt"/>
                <a:cs typeface="+mn-lt"/>
              </a:rPr>
              <a:t>var.environment</a:t>
            </a:r>
            <a:endParaRPr lang="en-US" sz="2200">
              <a:solidFill>
                <a:srgbClr val="CDD6F4"/>
              </a:solidFill>
              <a:latin typeface="Consolas"/>
            </a:endParaRPr>
          </a:p>
          <a:p>
            <a:pPr>
              <a:buNone/>
            </a:pPr>
            <a:r>
              <a:rPr lang="en-US" sz="2200">
                <a:solidFill>
                  <a:srgbClr val="9399B2"/>
                </a:solidFill>
                <a:latin typeface="Consolas"/>
                <a:ea typeface="+mn-lt"/>
                <a:cs typeface="+mn-lt"/>
              </a:rPr>
              <a:t>  }</a:t>
            </a:r>
            <a:endParaRPr lang="en-US" sz="2200">
              <a:solidFill>
                <a:srgbClr val="9399B2"/>
              </a:solidFill>
              <a:latin typeface="Consolas"/>
            </a:endParaRPr>
          </a:p>
          <a:p>
            <a:pPr>
              <a:buNone/>
            </a:pPr>
            <a:br>
              <a:rPr lang="en-US" dirty="0"/>
            </a:br>
            <a:endParaRPr lang="en-US" sz="2200">
              <a:latin typeface="Consolas"/>
            </a:endParaRPr>
          </a:p>
          <a:p>
            <a:pPr>
              <a:buNone/>
            </a:pPr>
            <a:r>
              <a:rPr lang="en-US" sz="2600" dirty="0">
                <a:solidFill>
                  <a:srgbClr val="CDD6F4"/>
                </a:solidFill>
                <a:latin typeface="Consolas"/>
                <a:ea typeface="+mn-lt"/>
                <a:cs typeface="+mn-lt"/>
              </a:rPr>
              <a:t>  </a:t>
            </a:r>
            <a:r>
              <a:rPr lang="en-US" sz="2600" dirty="0" err="1">
                <a:solidFill>
                  <a:srgbClr val="CDD6F4"/>
                </a:solidFill>
                <a:latin typeface="Consolas"/>
                <a:ea typeface="+mn-lt"/>
                <a:cs typeface="+mn-lt"/>
              </a:rPr>
              <a:t>logs_tags</a:t>
            </a:r>
            <a:r>
              <a:rPr lang="en-US" sz="2600" dirty="0">
                <a:solidFill>
                  <a:srgbClr val="CDD6F4"/>
                </a:solidFill>
                <a:latin typeface="Consolas"/>
                <a:ea typeface="+mn-lt"/>
                <a:cs typeface="+mn-lt"/>
              </a:rPr>
              <a:t> </a:t>
            </a:r>
            <a:r>
              <a:rPr lang="en-US" sz="2600" dirty="0">
                <a:solidFill>
                  <a:srgbClr val="94E2D5"/>
                </a:solidFill>
                <a:latin typeface="Consolas"/>
                <a:ea typeface="+mn-lt"/>
                <a:cs typeface="+mn-lt"/>
              </a:rPr>
              <a:t>=</a:t>
            </a:r>
            <a:r>
              <a:rPr lang="en-US" sz="2600" dirty="0">
                <a:solidFill>
                  <a:srgbClr val="CDD6F4"/>
                </a:solidFill>
                <a:latin typeface="Consolas"/>
                <a:ea typeface="+mn-lt"/>
                <a:cs typeface="+mn-lt"/>
              </a:rPr>
              <a:t> </a:t>
            </a:r>
            <a:r>
              <a:rPr lang="en-US" sz="2600" i="1" dirty="0">
                <a:solidFill>
                  <a:srgbClr val="89B4FA"/>
                </a:solidFill>
                <a:latin typeface="Consolas"/>
                <a:ea typeface="+mn-lt"/>
                <a:cs typeface="+mn-lt"/>
              </a:rPr>
              <a:t>merge</a:t>
            </a:r>
            <a:r>
              <a:rPr lang="en-US" sz="2600" dirty="0">
                <a:solidFill>
                  <a:srgbClr val="9399B2"/>
                </a:solidFill>
                <a:latin typeface="Consolas"/>
                <a:ea typeface="+mn-lt"/>
                <a:cs typeface="+mn-lt"/>
              </a:rPr>
              <a:t>(</a:t>
            </a:r>
            <a:endParaRPr lang="en-US" sz="2600">
              <a:solidFill>
                <a:srgbClr val="9399B2"/>
              </a:solidFill>
              <a:latin typeface="Consolas"/>
            </a:endParaRPr>
          </a:p>
          <a:p>
            <a:pPr>
              <a:buNone/>
            </a:pPr>
            <a:r>
              <a:rPr lang="en-US" sz="2600" dirty="0">
                <a:solidFill>
                  <a:srgbClr val="CDD6F4"/>
                </a:solidFill>
                <a:latin typeface="Consolas"/>
                <a:ea typeface="+mn-lt"/>
                <a:cs typeface="+mn-lt"/>
              </a:rPr>
              <a:t>    </a:t>
            </a:r>
            <a:r>
              <a:rPr lang="en-US" sz="2600" dirty="0" err="1">
                <a:solidFill>
                  <a:srgbClr val="CDD6F4"/>
                </a:solidFill>
                <a:latin typeface="Consolas"/>
                <a:ea typeface="+mn-lt"/>
                <a:cs typeface="+mn-lt"/>
              </a:rPr>
              <a:t>local</a:t>
            </a:r>
            <a:r>
              <a:rPr lang="en-US" sz="2600" dirty="0" err="1">
                <a:solidFill>
                  <a:srgbClr val="94E2D5"/>
                </a:solidFill>
                <a:latin typeface="Consolas"/>
                <a:ea typeface="+mn-lt"/>
                <a:cs typeface="+mn-lt"/>
              </a:rPr>
              <a:t>.</a:t>
            </a:r>
            <a:r>
              <a:rPr lang="en-US" sz="2600" dirty="0" err="1">
                <a:solidFill>
                  <a:srgbClr val="CDD6F4"/>
                </a:solidFill>
                <a:latin typeface="Consolas"/>
                <a:ea typeface="+mn-lt"/>
                <a:cs typeface="+mn-lt"/>
              </a:rPr>
              <a:t>common_tags</a:t>
            </a:r>
            <a:r>
              <a:rPr lang="en-US" sz="2600" dirty="0">
                <a:solidFill>
                  <a:srgbClr val="9399B2"/>
                </a:solidFill>
                <a:latin typeface="Consolas"/>
                <a:ea typeface="+mn-lt"/>
                <a:cs typeface="+mn-lt"/>
              </a:rPr>
              <a:t>,</a:t>
            </a:r>
            <a:endParaRPr lang="en-US" sz="2600">
              <a:solidFill>
                <a:srgbClr val="9399B2"/>
              </a:solidFill>
              <a:latin typeface="Consolas"/>
            </a:endParaRPr>
          </a:p>
          <a:p>
            <a:pPr>
              <a:buNone/>
            </a:pPr>
            <a:r>
              <a:rPr lang="en-US" sz="2600" dirty="0">
                <a:solidFill>
                  <a:srgbClr val="9399B2"/>
                </a:solidFill>
                <a:latin typeface="Consolas"/>
                <a:ea typeface="+mn-lt"/>
                <a:cs typeface="+mn-lt"/>
              </a:rPr>
              <a:t>    { </a:t>
            </a:r>
            <a:r>
              <a:rPr lang="en-US" sz="2600" dirty="0">
                <a:solidFill>
                  <a:srgbClr val="CDD6F4"/>
                </a:solidFill>
                <a:latin typeface="Consolas"/>
                <a:ea typeface="+mn-lt"/>
                <a:cs typeface="+mn-lt"/>
              </a:rPr>
              <a:t>Purpose </a:t>
            </a:r>
            <a:r>
              <a:rPr lang="en-US" sz="2600" dirty="0">
                <a:solidFill>
                  <a:srgbClr val="94E2D5"/>
                </a:solidFill>
                <a:latin typeface="Consolas"/>
                <a:ea typeface="+mn-lt"/>
                <a:cs typeface="+mn-lt"/>
              </a:rPr>
              <a:t>=</a:t>
            </a:r>
            <a:r>
              <a:rPr lang="en-US" sz="2600" dirty="0">
                <a:solidFill>
                  <a:srgbClr val="CDD6F4"/>
                </a:solidFill>
                <a:latin typeface="Consolas"/>
                <a:ea typeface="+mn-lt"/>
                <a:cs typeface="+mn-lt"/>
              </a:rPr>
              <a:t> </a:t>
            </a:r>
            <a:r>
              <a:rPr lang="en-US" sz="2600">
                <a:solidFill>
                  <a:srgbClr val="A6E3A1"/>
                </a:solidFill>
                <a:latin typeface="Consolas"/>
                <a:ea typeface="+mn-lt"/>
                <a:cs typeface="+mn-lt"/>
              </a:rPr>
              <a:t>"Logging" </a:t>
            </a:r>
            <a:r>
              <a:rPr lang="en-US" sz="2600" dirty="0">
                <a:solidFill>
                  <a:srgbClr val="9399B2"/>
                </a:solidFill>
                <a:latin typeface="Consolas"/>
                <a:ea typeface="+mn-lt"/>
                <a:cs typeface="+mn-lt"/>
              </a:rPr>
              <a:t>}</a:t>
            </a:r>
            <a:endParaRPr lang="en-US" sz="2600">
              <a:solidFill>
                <a:srgbClr val="9399B2"/>
              </a:solidFill>
              <a:latin typeface="Consolas"/>
            </a:endParaRPr>
          </a:p>
          <a:p>
            <a:pPr>
              <a:buNone/>
            </a:pPr>
            <a:r>
              <a:rPr lang="en-US" sz="2600">
                <a:solidFill>
                  <a:srgbClr val="9399B2"/>
                </a:solidFill>
                <a:latin typeface="Consolas"/>
                <a:ea typeface="+mn-lt"/>
                <a:cs typeface="+mn-lt"/>
              </a:rPr>
              <a:t>  )</a:t>
            </a:r>
            <a:endParaRPr lang="en-US" sz="2600">
              <a:solidFill>
                <a:srgbClr val="9399B2"/>
              </a:solidFill>
              <a:latin typeface="Consolas"/>
            </a:endParaRPr>
          </a:p>
          <a:p>
            <a:pPr>
              <a:buNone/>
            </a:pPr>
            <a:r>
              <a:rPr lang="en-US" sz="2200">
                <a:solidFill>
                  <a:srgbClr val="9399B2"/>
                </a:solidFill>
                <a:latin typeface="Consolas"/>
                <a:ea typeface="+mn-lt"/>
                <a:cs typeface="+mn-lt"/>
              </a:rPr>
              <a:t>}</a:t>
            </a:r>
            <a:endParaRPr lang="en-US" sz="2200" dirty="0">
              <a:solidFill>
                <a:srgbClr val="9399B2"/>
              </a:solidFill>
              <a:latin typeface="Consolas"/>
              <a:ea typeface="+mn-lt"/>
              <a:cs typeface="+mn-lt"/>
            </a:endParaRPr>
          </a:p>
          <a:p>
            <a:pPr>
              <a:buNone/>
            </a:pPr>
            <a:endParaRPr lang="en-US" sz="2100" dirty="0">
              <a:solidFill>
                <a:srgbClr val="9399B2"/>
              </a:solidFill>
              <a:latin typeface="Consolas"/>
              <a:ea typeface="Calibri"/>
              <a:cs typeface="Calibri"/>
            </a:endParaRPr>
          </a:p>
          <a:p>
            <a:pPr>
              <a:buNone/>
            </a:pPr>
            <a:br>
              <a:rPr lang="en-US" dirty="0"/>
            </a:br>
            <a:endParaRPr lang="en-US" sz="2100">
              <a:solidFill>
                <a:srgbClr val="000000"/>
              </a:solidFill>
              <a:latin typeface="Consolas"/>
              <a:ea typeface="Calibri"/>
              <a:cs typeface="Calibri"/>
            </a:endParaRPr>
          </a:p>
          <a:p>
            <a:pPr marL="0" indent="0">
              <a:buNone/>
            </a:pPr>
            <a:endParaRPr lang="en-US" sz="2100" dirty="0">
              <a:solidFill>
                <a:srgbClr val="D4D4D4"/>
              </a:solidFill>
              <a:latin typeface="Consolas"/>
              <a:ea typeface="+mn-lt"/>
              <a:cs typeface="+mn-lt"/>
            </a:endParaRPr>
          </a:p>
        </p:txBody>
      </p:sp>
    </p:spTree>
    <p:extLst>
      <p:ext uri="{BB962C8B-B14F-4D97-AF65-F5344CB8AC3E}">
        <p14:creationId xmlns:p14="http://schemas.microsoft.com/office/powerpoint/2010/main" val="45255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46CB-D5C4-0A28-674F-4E5242DBD608}"/>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AC9D879-D01C-62C5-54A6-73F2A3A14E43}"/>
              </a:ext>
            </a:extLst>
          </p:cNvPr>
          <p:cNvSpPr>
            <a:spLocks noGrp="1"/>
          </p:cNvSpPr>
          <p:nvPr>
            <p:ph type="body" sz="quarter" idx="10"/>
          </p:nvPr>
        </p:nvSpPr>
        <p:spPr/>
        <p:txBody>
          <a:bodyPr vert="horz" lIns="91440" tIns="45720" rIns="91440" bIns="45720" rtlCol="0" anchor="t">
            <a:normAutofit/>
          </a:bodyPr>
          <a:lstStyle/>
          <a:p>
            <a:pPr marL="0" indent="0">
              <a:buNone/>
            </a:pPr>
            <a:r>
              <a:rPr lang="en-US"/>
              <a:t>3. Locals</a:t>
            </a:r>
            <a:endParaRPr lang="en-US">
              <a:ea typeface="Calibri Light"/>
              <a:cs typeface="Calibri Light"/>
            </a:endParaRPr>
          </a:p>
        </p:txBody>
      </p:sp>
    </p:spTree>
    <p:extLst>
      <p:ext uri="{BB962C8B-B14F-4D97-AF65-F5344CB8AC3E}">
        <p14:creationId xmlns:p14="http://schemas.microsoft.com/office/powerpoint/2010/main" val="706562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7205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5962EC7E-FDEE-D84F-9BF9-F910FCF93787}" vid="{A8A75BDC-84E3-BB4E-B368-D9F6C207AC9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Thème Office</Template>
  <TotalTime>2980</TotalTime>
  <Words>3356</Words>
  <Application>Microsoft Office PowerPoint</Application>
  <PresentationFormat>Widescreen</PresentationFormat>
  <Paragraphs>427</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Thème Office</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dive on HCL</dc:title>
  <dc:creator>Draltan Marin</dc:creator>
  <cp:lastModifiedBy>Draltan Marin</cp:lastModifiedBy>
  <cp:revision>216</cp:revision>
  <dcterms:created xsi:type="dcterms:W3CDTF">2023-10-03T13:24:17Z</dcterms:created>
  <dcterms:modified xsi:type="dcterms:W3CDTF">2026-08-02T16:55:13Z</dcterms:modified>
</cp:coreProperties>
</file>