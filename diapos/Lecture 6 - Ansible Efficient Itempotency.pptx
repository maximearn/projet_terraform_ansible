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9" r:id="rId2"/>
    <p:sldId id="263" r:id="rId3"/>
    <p:sldId id="267" r:id="rId4"/>
    <p:sldId id="380" r:id="rId5"/>
    <p:sldId id="353" r:id="rId6"/>
    <p:sldId id="384" r:id="rId7"/>
    <p:sldId id="385" r:id="rId8"/>
    <p:sldId id="382" r:id="rId9"/>
    <p:sldId id="381" r:id="rId10"/>
    <p:sldId id="355" r:id="rId11"/>
    <p:sldId id="356" r:id="rId12"/>
    <p:sldId id="357" r:id="rId13"/>
    <p:sldId id="359" r:id="rId14"/>
    <p:sldId id="361" r:id="rId15"/>
    <p:sldId id="362" r:id="rId16"/>
    <p:sldId id="363" r:id="rId17"/>
    <p:sldId id="298" r:id="rId18"/>
    <p:sldId id="365" r:id="rId19"/>
    <p:sldId id="366" r:id="rId20"/>
    <p:sldId id="368" r:id="rId21"/>
    <p:sldId id="367" r:id="rId22"/>
    <p:sldId id="364" r:id="rId23"/>
    <p:sldId id="369" r:id="rId24"/>
    <p:sldId id="373" r:id="rId25"/>
    <p:sldId id="374" r:id="rId26"/>
    <p:sldId id="376" r:id="rId27"/>
    <p:sldId id="377" r:id="rId28"/>
    <p:sldId id="375" r:id="rId29"/>
    <p:sldId id="378" r:id="rId30"/>
    <p:sldId id="379" r:id="rId31"/>
    <p:sldId id="370" r:id="rId32"/>
    <p:sldId id="264" r:id="rId3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26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84E210-C5C2-C298-8991-FF81191A6FC2}" v="1" dt="2026-08-18T15:11:04.4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oz Pay" userId="S::amoz1.pay@supinfo.com::4d2f8cb2-b070-4ae8-bcd7-1f67ea500ae8" providerId="AD" clId="Web-{DC1C731A-088A-1F39-513A-C22807DF2E3B}"/>
    <pc:docChg chg="addSld delSld modSld sldOrd">
      <pc:chgData name="Amoz Pay" userId="S::amoz1.pay@supinfo.com::4d2f8cb2-b070-4ae8-bcd7-1f67ea500ae8" providerId="AD" clId="Web-{DC1C731A-088A-1F39-513A-C22807DF2E3B}" dt="2026-08-10T15:56:25.061" v="579"/>
      <pc:docMkLst>
        <pc:docMk/>
      </pc:docMkLst>
    </pc:docChg>
  </pc:docChgLst>
  <pc:docChgLst>
    <pc:chgData name="Amoz Pay" userId="S::amoz1.pay@supinfo.com::4d2f8cb2-b070-4ae8-bcd7-1f67ea500ae8" providerId="AD" clId="Web-{53667E51-25DB-8EE3-1F7C-283881D1D32A}"/>
    <pc:docChg chg="addSld modSld sldOrd">
      <pc:chgData name="Amoz Pay" userId="S::amoz1.pay@supinfo.com::4d2f8cb2-b070-4ae8-bcd7-1f67ea500ae8" providerId="AD" clId="Web-{53667E51-25DB-8EE3-1F7C-283881D1D32A}" dt="2026-08-11T16:48:34.484" v="1261" actId="20577"/>
      <pc:docMkLst>
        <pc:docMk/>
      </pc:docMkLst>
    </pc:docChg>
  </pc:docChgLst>
  <pc:docChgLst>
    <pc:chgData name="Amoz Pay" userId="S::amoz1.pay@supinfo.com::4d2f8cb2-b070-4ae8-bcd7-1f67ea500ae8" providerId="AD" clId="Web-{0793C0D6-4371-5A22-D413-EDC203CBB4F5}"/>
    <pc:docChg chg="addSld modSld sldOrd">
      <pc:chgData name="Amoz Pay" userId="S::amoz1.pay@supinfo.com::4d2f8cb2-b070-4ae8-bcd7-1f67ea500ae8" providerId="AD" clId="Web-{0793C0D6-4371-5A22-D413-EDC203CBB4F5}" dt="2026-08-06T15:06:00.071" v="127"/>
      <pc:docMkLst>
        <pc:docMk/>
      </pc:docMkLst>
      <pc:sldChg chg="modSp">
        <pc:chgData name="Amoz Pay" userId="S::amoz1.pay@supinfo.com::4d2f8cb2-b070-4ae8-bcd7-1f67ea500ae8" providerId="AD" clId="Web-{0793C0D6-4371-5A22-D413-EDC203CBB4F5}" dt="2026-08-06T14:55:51.868" v="15" actId="20577"/>
        <pc:sldMkLst>
          <pc:docMk/>
          <pc:sldMk cId="3129097085" sldId="263"/>
        </pc:sldMkLst>
        <pc:spChg chg="mod">
          <ac:chgData name="Amoz Pay" userId="S::amoz1.pay@supinfo.com::4d2f8cb2-b070-4ae8-bcd7-1f67ea500ae8" providerId="AD" clId="Web-{0793C0D6-4371-5A22-D413-EDC203CBB4F5}" dt="2026-08-06T14:55:51.868" v="15" actId="20577"/>
          <ac:spMkLst>
            <pc:docMk/>
            <pc:sldMk cId="3129097085" sldId="263"/>
            <ac:spMk id="3" creationId="{3C3DD7B0-B0A8-8FDB-52AB-3930D01F1718}"/>
          </ac:spMkLst>
        </pc:spChg>
      </pc:sldChg>
    </pc:docChg>
  </pc:docChgLst>
  <pc:docChgLst>
    <pc:chgData name="Amoz Pay" userId="S::amoz1.pay@supinfo.com::4d2f8cb2-b070-4ae8-bcd7-1f67ea500ae8" providerId="AD" clId="Web-{48767A06-983A-8279-AA1A-71F3D0EF1B08}"/>
    <pc:docChg chg="delSld modSld">
      <pc:chgData name="Amoz Pay" userId="S::amoz1.pay@supinfo.com::4d2f8cb2-b070-4ae8-bcd7-1f67ea500ae8" providerId="AD" clId="Web-{48767A06-983A-8279-AA1A-71F3D0EF1B08}" dt="2026-08-02T15:11:12.667" v="44" actId="20577"/>
      <pc:docMkLst>
        <pc:docMk/>
      </pc:docMkLst>
      <pc:sldChg chg="modSp">
        <pc:chgData name="Amoz Pay" userId="S::amoz1.pay@supinfo.com::4d2f8cb2-b070-4ae8-bcd7-1f67ea500ae8" providerId="AD" clId="Web-{48767A06-983A-8279-AA1A-71F3D0EF1B08}" dt="2026-08-02T15:09:27.586" v="7" actId="20577"/>
        <pc:sldMkLst>
          <pc:docMk/>
          <pc:sldMk cId="3129097085" sldId="263"/>
        </pc:sldMkLst>
        <pc:spChg chg="mod">
          <ac:chgData name="Amoz Pay" userId="S::amoz1.pay@supinfo.com::4d2f8cb2-b070-4ae8-bcd7-1f67ea500ae8" providerId="AD" clId="Web-{48767A06-983A-8279-AA1A-71F3D0EF1B08}" dt="2026-08-02T15:09:27.586" v="7" actId="20577"/>
          <ac:spMkLst>
            <pc:docMk/>
            <pc:sldMk cId="3129097085" sldId="263"/>
            <ac:spMk id="3" creationId="{3C3DD7B0-B0A8-8FDB-52AB-3930D01F1718}"/>
          </ac:spMkLst>
        </pc:spChg>
      </pc:sldChg>
      <pc:sldChg chg="modSp">
        <pc:chgData name="Amoz Pay" userId="S::amoz1.pay@supinfo.com::4d2f8cb2-b070-4ae8-bcd7-1f67ea500ae8" providerId="AD" clId="Web-{48767A06-983A-8279-AA1A-71F3D0EF1B08}" dt="2026-08-02T15:09:30.633" v="8" actId="20577"/>
        <pc:sldMkLst>
          <pc:docMk/>
          <pc:sldMk cId="2292482935" sldId="267"/>
        </pc:sldMkLst>
        <pc:spChg chg="mod">
          <ac:chgData name="Amoz Pay" userId="S::amoz1.pay@supinfo.com::4d2f8cb2-b070-4ae8-bcd7-1f67ea500ae8" providerId="AD" clId="Web-{48767A06-983A-8279-AA1A-71F3D0EF1B08}" dt="2026-08-02T15:09:30.633" v="8" actId="20577"/>
          <ac:spMkLst>
            <pc:docMk/>
            <pc:sldMk cId="2292482935" sldId="267"/>
            <ac:spMk id="2" creationId="{AB00CD53-20D5-44F6-55E0-0892C820DCE6}"/>
          </ac:spMkLst>
        </pc:spChg>
      </pc:sldChg>
      <pc:sldChg chg="modSp">
        <pc:chgData name="Amoz Pay" userId="S::amoz1.pay@supinfo.com::4d2f8cb2-b070-4ae8-bcd7-1f67ea500ae8" providerId="AD" clId="Web-{48767A06-983A-8279-AA1A-71F3D0EF1B08}" dt="2026-08-02T15:09:50.789" v="19" actId="20577"/>
        <pc:sldMkLst>
          <pc:docMk/>
          <pc:sldMk cId="779615978" sldId="298"/>
        </pc:sldMkLst>
        <pc:spChg chg="mod">
          <ac:chgData name="Amoz Pay" userId="S::amoz1.pay@supinfo.com::4d2f8cb2-b070-4ae8-bcd7-1f67ea500ae8" providerId="AD" clId="Web-{48767A06-983A-8279-AA1A-71F3D0EF1B08}" dt="2026-08-02T15:09:50.789" v="19" actId="20577"/>
          <ac:spMkLst>
            <pc:docMk/>
            <pc:sldMk cId="779615978" sldId="298"/>
            <ac:spMk id="2" creationId="{8AD7D0D6-4956-BECC-A810-FCCEF2EDFFD6}"/>
          </ac:spMkLst>
        </pc:spChg>
      </pc:sldChg>
    </pc:docChg>
  </pc:docChgLst>
  <pc:docChgLst>
    <pc:chgData name="Amoz Pay" userId="S::amoz1.pay@supinfo.com::4d2f8cb2-b070-4ae8-bcd7-1f67ea500ae8" providerId="AD" clId="Web-{2FBFF4E1-D631-A2A3-5CCD-4EA911EF5060}"/>
    <pc:docChg chg="addSld delSld modSld">
      <pc:chgData name="Amoz Pay" userId="S::amoz1.pay@supinfo.com::4d2f8cb2-b070-4ae8-bcd7-1f67ea500ae8" providerId="AD" clId="Web-{2FBFF4E1-D631-A2A3-5CCD-4EA911EF5060}" dt="2026-08-04T16:34:03.861" v="659" actId="20577"/>
      <pc:docMkLst>
        <pc:docMk/>
      </pc:docMkLst>
      <pc:sldChg chg="modSp">
        <pc:chgData name="Amoz Pay" userId="S::amoz1.pay@supinfo.com::4d2f8cb2-b070-4ae8-bcd7-1f67ea500ae8" providerId="AD" clId="Web-{2FBFF4E1-D631-A2A3-5CCD-4EA911EF5060}" dt="2026-08-04T15:58:24.464" v="32" actId="20577"/>
        <pc:sldMkLst>
          <pc:docMk/>
          <pc:sldMk cId="3619379987" sldId="259"/>
        </pc:sldMkLst>
        <pc:spChg chg="mod">
          <ac:chgData name="Amoz Pay" userId="S::amoz1.pay@supinfo.com::4d2f8cb2-b070-4ae8-bcd7-1f67ea500ae8" providerId="AD" clId="Web-{2FBFF4E1-D631-A2A3-5CCD-4EA911EF5060}" dt="2026-08-04T15:58:24.464" v="32" actId="20577"/>
          <ac:spMkLst>
            <pc:docMk/>
            <pc:sldMk cId="3619379987" sldId="259"/>
            <ac:spMk id="2" creationId="{43BC06DC-4D1A-B2CB-5A63-A1C912BA9509}"/>
          </ac:spMkLst>
        </pc:spChg>
      </pc:sldChg>
      <pc:sldChg chg="modSp">
        <pc:chgData name="Amoz Pay" userId="S::amoz1.pay@supinfo.com::4d2f8cb2-b070-4ae8-bcd7-1f67ea500ae8" providerId="AD" clId="Web-{2FBFF4E1-D631-A2A3-5CCD-4EA911EF5060}" dt="2026-08-04T16:21:16.425" v="418" actId="20577"/>
        <pc:sldMkLst>
          <pc:docMk/>
          <pc:sldMk cId="3129097085" sldId="263"/>
        </pc:sldMkLst>
        <pc:spChg chg="mod">
          <ac:chgData name="Amoz Pay" userId="S::amoz1.pay@supinfo.com::4d2f8cb2-b070-4ae8-bcd7-1f67ea500ae8" providerId="AD" clId="Web-{2FBFF4E1-D631-A2A3-5CCD-4EA911EF5060}" dt="2026-08-04T16:21:16.425" v="418" actId="20577"/>
          <ac:spMkLst>
            <pc:docMk/>
            <pc:sldMk cId="3129097085" sldId="263"/>
            <ac:spMk id="3" creationId="{3C3DD7B0-B0A8-8FDB-52AB-3930D01F1718}"/>
          </ac:spMkLst>
        </pc:spChg>
      </pc:sldChg>
      <pc:sldChg chg="modSp">
        <pc:chgData name="Amoz Pay" userId="S::amoz1.pay@supinfo.com::4d2f8cb2-b070-4ae8-bcd7-1f67ea500ae8" providerId="AD" clId="Web-{2FBFF4E1-D631-A2A3-5CCD-4EA911EF5060}" dt="2026-08-04T16:21:46.910" v="448" actId="20577"/>
        <pc:sldMkLst>
          <pc:docMk/>
          <pc:sldMk cId="2292482935" sldId="267"/>
        </pc:sldMkLst>
        <pc:spChg chg="mod">
          <ac:chgData name="Amoz Pay" userId="S::amoz1.pay@supinfo.com::4d2f8cb2-b070-4ae8-bcd7-1f67ea500ae8" providerId="AD" clId="Web-{2FBFF4E1-D631-A2A3-5CCD-4EA911EF5060}" dt="2026-08-04T16:21:46.910" v="448" actId="20577"/>
          <ac:spMkLst>
            <pc:docMk/>
            <pc:sldMk cId="2292482935" sldId="267"/>
            <ac:spMk id="2" creationId="{AB00CD53-20D5-44F6-55E0-0892C820DCE6}"/>
          </ac:spMkLst>
        </pc:spChg>
      </pc:sldChg>
      <pc:sldChg chg="modSp">
        <pc:chgData name="Amoz Pay" userId="S::amoz1.pay@supinfo.com::4d2f8cb2-b070-4ae8-bcd7-1f67ea500ae8" providerId="AD" clId="Web-{2FBFF4E1-D631-A2A3-5CCD-4EA911EF5060}" dt="2026-08-04T16:29:02.427" v="650" actId="20577"/>
        <pc:sldMkLst>
          <pc:docMk/>
          <pc:sldMk cId="779615978" sldId="298"/>
        </pc:sldMkLst>
        <pc:spChg chg="mod">
          <ac:chgData name="Amoz Pay" userId="S::amoz1.pay@supinfo.com::4d2f8cb2-b070-4ae8-bcd7-1f67ea500ae8" providerId="AD" clId="Web-{2FBFF4E1-D631-A2A3-5CCD-4EA911EF5060}" dt="2026-08-04T16:29:02.427" v="650" actId="20577"/>
          <ac:spMkLst>
            <pc:docMk/>
            <pc:sldMk cId="779615978" sldId="298"/>
            <ac:spMk id="2" creationId="{8AD7D0D6-4956-BECC-A810-FCCEF2EDFFD6}"/>
          </ac:spMkLst>
        </pc:spChg>
      </pc:sldChg>
    </pc:docChg>
  </pc:docChgLst>
  <pc:docChgLst>
    <pc:chgData name="Amoz Pay" userId="S::amoz1.pay@supinfo.com::4d2f8cb2-b070-4ae8-bcd7-1f67ea500ae8" providerId="AD" clId="Web-{06CAF09F-6A78-8E7C-DF42-25AAA5AE6872}"/>
    <pc:docChg chg="addSld delSld modSld sldOrd">
      <pc:chgData name="Amoz Pay" userId="S::amoz1.pay@supinfo.com::4d2f8cb2-b070-4ae8-bcd7-1f67ea500ae8" providerId="AD" clId="Web-{06CAF09F-6A78-8E7C-DF42-25AAA5AE6872}" dt="2026-08-16T14:47:55.146" v="3728" actId="20577"/>
      <pc:docMkLst>
        <pc:docMk/>
      </pc:docMkLst>
      <pc:sldChg chg="modSp">
        <pc:chgData name="Amoz Pay" userId="S::amoz1.pay@supinfo.com::4d2f8cb2-b070-4ae8-bcd7-1f67ea500ae8" providerId="AD" clId="Web-{06CAF09F-6A78-8E7C-DF42-25AAA5AE6872}" dt="2026-08-16T14:12:19.410" v="3045" actId="20577"/>
        <pc:sldMkLst>
          <pc:docMk/>
          <pc:sldMk cId="3619379987" sldId="259"/>
        </pc:sldMkLst>
        <pc:spChg chg="mod">
          <ac:chgData name="Amoz Pay" userId="S::amoz1.pay@supinfo.com::4d2f8cb2-b070-4ae8-bcd7-1f67ea500ae8" providerId="AD" clId="Web-{06CAF09F-6A78-8E7C-DF42-25AAA5AE6872}" dt="2026-08-16T14:12:19.410" v="3045" actId="20577"/>
          <ac:spMkLst>
            <pc:docMk/>
            <pc:sldMk cId="3619379987" sldId="259"/>
            <ac:spMk id="2" creationId="{43BC06DC-4D1A-B2CB-5A63-A1C912BA9509}"/>
          </ac:spMkLst>
        </pc:spChg>
      </pc:sldChg>
      <pc:sldChg chg="modSp">
        <pc:chgData name="Amoz Pay" userId="S::amoz1.pay@supinfo.com::4d2f8cb2-b070-4ae8-bcd7-1f67ea500ae8" providerId="AD" clId="Web-{06CAF09F-6A78-8E7C-DF42-25AAA5AE6872}" dt="2026-08-16T14:18:24.549" v="3072" actId="20577"/>
        <pc:sldMkLst>
          <pc:docMk/>
          <pc:sldMk cId="3129097085" sldId="263"/>
        </pc:sldMkLst>
        <pc:spChg chg="mod">
          <ac:chgData name="Amoz Pay" userId="S::amoz1.pay@supinfo.com::4d2f8cb2-b070-4ae8-bcd7-1f67ea500ae8" providerId="AD" clId="Web-{06CAF09F-6A78-8E7C-DF42-25AAA5AE6872}" dt="2026-08-16T14:18:24.549" v="3072" actId="20577"/>
          <ac:spMkLst>
            <pc:docMk/>
            <pc:sldMk cId="3129097085" sldId="263"/>
            <ac:spMk id="3" creationId="{3C3DD7B0-B0A8-8FDB-52AB-3930D01F1718}"/>
          </ac:spMkLst>
        </pc:spChg>
      </pc:sldChg>
      <pc:sldChg chg="modSp">
        <pc:chgData name="Amoz Pay" userId="S::amoz1.pay@supinfo.com::4d2f8cb2-b070-4ae8-bcd7-1f67ea500ae8" providerId="AD" clId="Web-{06CAF09F-6A78-8E7C-DF42-25AAA5AE6872}" dt="2026-08-15T11:52:13.449" v="223" actId="20577"/>
        <pc:sldMkLst>
          <pc:docMk/>
          <pc:sldMk cId="2292482935" sldId="267"/>
        </pc:sldMkLst>
        <pc:spChg chg="mod">
          <ac:chgData name="Amoz Pay" userId="S::amoz1.pay@supinfo.com::4d2f8cb2-b070-4ae8-bcd7-1f67ea500ae8" providerId="AD" clId="Web-{06CAF09F-6A78-8E7C-DF42-25AAA5AE6872}" dt="2026-08-15T11:52:13.449" v="223" actId="20577"/>
          <ac:spMkLst>
            <pc:docMk/>
            <pc:sldMk cId="2292482935" sldId="267"/>
            <ac:spMk id="2" creationId="{AB00CD53-20D5-44F6-55E0-0892C820DCE6}"/>
          </ac:spMkLst>
        </pc:spChg>
      </pc:sldChg>
      <pc:sldChg chg="modSp">
        <pc:chgData name="Amoz Pay" userId="S::amoz1.pay@supinfo.com::4d2f8cb2-b070-4ae8-bcd7-1f67ea500ae8" providerId="AD" clId="Web-{06CAF09F-6A78-8E7C-DF42-25AAA5AE6872}" dt="2026-08-16T14:19:33.457" v="3130" actId="20577"/>
        <pc:sldMkLst>
          <pc:docMk/>
          <pc:sldMk cId="779615978" sldId="298"/>
        </pc:sldMkLst>
        <pc:spChg chg="mod">
          <ac:chgData name="Amoz Pay" userId="S::amoz1.pay@supinfo.com::4d2f8cb2-b070-4ae8-bcd7-1f67ea500ae8" providerId="AD" clId="Web-{06CAF09F-6A78-8E7C-DF42-25AAA5AE6872}" dt="2026-08-16T14:19:33.457" v="3130" actId="20577"/>
          <ac:spMkLst>
            <pc:docMk/>
            <pc:sldMk cId="779615978" sldId="298"/>
            <ac:spMk id="2" creationId="{8AD7D0D6-4956-BECC-A810-FCCEF2EDFFD6}"/>
          </ac:spMkLst>
        </pc:spChg>
      </pc:sldChg>
      <pc:sldChg chg="addSp delSp modSp add replId">
        <pc:chgData name="Amoz Pay" userId="S::amoz1.pay@supinfo.com::4d2f8cb2-b070-4ae8-bcd7-1f67ea500ae8" providerId="AD" clId="Web-{06CAF09F-6A78-8E7C-DF42-25AAA5AE6872}" dt="2026-08-16T14:31:42.375" v="3313" actId="14100"/>
        <pc:sldMkLst>
          <pc:docMk/>
          <pc:sldMk cId="4200406435" sldId="353"/>
        </pc:sldMkLst>
        <pc:spChg chg="mod">
          <ac:chgData name="Amoz Pay" userId="S::amoz1.pay@supinfo.com::4d2f8cb2-b070-4ae8-bcd7-1f67ea500ae8" providerId="AD" clId="Web-{06CAF09F-6A78-8E7C-DF42-25AAA5AE6872}" dt="2026-08-16T14:31:42.375" v="3313" actId="14100"/>
          <ac:spMkLst>
            <pc:docMk/>
            <pc:sldMk cId="4200406435" sldId="353"/>
            <ac:spMk id="2" creationId="{E06E6462-7842-EB17-D682-C7FDEE6094E2}"/>
          </ac:spMkLst>
        </pc:spChg>
        <pc:spChg chg="mod">
          <ac:chgData name="Amoz Pay" userId="S::amoz1.pay@supinfo.com::4d2f8cb2-b070-4ae8-bcd7-1f67ea500ae8" providerId="AD" clId="Web-{06CAF09F-6A78-8E7C-DF42-25AAA5AE6872}" dt="2026-08-16T14:20:42.491" v="3159" actId="20577"/>
          <ac:spMkLst>
            <pc:docMk/>
            <pc:sldMk cId="4200406435" sldId="353"/>
            <ac:spMk id="3" creationId="{5374E5D8-8C02-8DE7-61EC-54B2E8F1F367}"/>
          </ac:spMkLst>
        </pc:spChg>
        <pc:spChg chg="mod">
          <ac:chgData name="Amoz Pay" userId="S::amoz1.pay@supinfo.com::4d2f8cb2-b070-4ae8-bcd7-1f67ea500ae8" providerId="AD" clId="Web-{06CAF09F-6A78-8E7C-DF42-25AAA5AE6872}" dt="2026-08-16T14:29:08.604" v="3204" actId="20577"/>
          <ac:spMkLst>
            <pc:docMk/>
            <pc:sldMk cId="4200406435" sldId="353"/>
            <ac:spMk id="4" creationId="{5D62B0CF-D48A-DFEC-92C6-5920BF27E3B3}"/>
          </ac:spMkLst>
        </pc:spChg>
      </pc:sldChg>
      <pc:sldChg chg="modSp add ord replId">
        <pc:chgData name="Amoz Pay" userId="S::amoz1.pay@supinfo.com::4d2f8cb2-b070-4ae8-bcd7-1f67ea500ae8" providerId="AD" clId="Web-{06CAF09F-6A78-8E7C-DF42-25AAA5AE6872}" dt="2026-08-16T14:19:07.409" v="3121" actId="20577"/>
        <pc:sldMkLst>
          <pc:docMk/>
          <pc:sldMk cId="4076079503" sldId="355"/>
        </pc:sldMkLst>
        <pc:spChg chg="mod">
          <ac:chgData name="Amoz Pay" userId="S::amoz1.pay@supinfo.com::4d2f8cb2-b070-4ae8-bcd7-1f67ea500ae8" providerId="AD" clId="Web-{06CAF09F-6A78-8E7C-DF42-25AAA5AE6872}" dt="2026-08-15T12:05:28.697" v="584" actId="14100"/>
          <ac:spMkLst>
            <pc:docMk/>
            <pc:sldMk cId="4076079503" sldId="355"/>
            <ac:spMk id="2" creationId="{1F56FDA6-3BC3-5613-F9F6-791C75CCA166}"/>
          </ac:spMkLst>
        </pc:spChg>
        <pc:spChg chg="mod">
          <ac:chgData name="Amoz Pay" userId="S::amoz1.pay@supinfo.com::4d2f8cb2-b070-4ae8-bcd7-1f67ea500ae8" providerId="AD" clId="Web-{06CAF09F-6A78-8E7C-DF42-25AAA5AE6872}" dt="2026-08-16T14:19:07.409" v="3121" actId="20577"/>
          <ac:spMkLst>
            <pc:docMk/>
            <pc:sldMk cId="4076079503" sldId="355"/>
            <ac:spMk id="3" creationId="{24EC76D2-4A4A-D082-FEA5-68656799411D}"/>
          </ac:spMkLst>
        </pc:spChg>
        <pc:spChg chg="mod">
          <ac:chgData name="Amoz Pay" userId="S::amoz1.pay@supinfo.com::4d2f8cb2-b070-4ae8-bcd7-1f67ea500ae8" providerId="AD" clId="Web-{06CAF09F-6A78-8E7C-DF42-25AAA5AE6872}" dt="2026-08-15T15:47:56.134" v="961" actId="20577"/>
          <ac:spMkLst>
            <pc:docMk/>
            <pc:sldMk cId="4076079503" sldId="355"/>
            <ac:spMk id="6" creationId="{4C1ABD44-4E70-C8EE-E61E-B533355EEA34}"/>
          </ac:spMkLst>
        </pc:spChg>
      </pc:sldChg>
      <pc:sldChg chg="addSp delSp modSp add replId">
        <pc:chgData name="Amoz Pay" userId="S::amoz1.pay@supinfo.com::4d2f8cb2-b070-4ae8-bcd7-1f67ea500ae8" providerId="AD" clId="Web-{06CAF09F-6A78-8E7C-DF42-25AAA5AE6872}" dt="2026-08-16T14:19:10.285" v="3122" actId="20577"/>
        <pc:sldMkLst>
          <pc:docMk/>
          <pc:sldMk cId="3326400958" sldId="356"/>
        </pc:sldMkLst>
        <pc:spChg chg="mod">
          <ac:chgData name="Amoz Pay" userId="S::amoz1.pay@supinfo.com::4d2f8cb2-b070-4ae8-bcd7-1f67ea500ae8" providerId="AD" clId="Web-{06CAF09F-6A78-8E7C-DF42-25AAA5AE6872}" dt="2026-08-15T12:06:14.309" v="597" actId="14100"/>
          <ac:spMkLst>
            <pc:docMk/>
            <pc:sldMk cId="3326400958" sldId="356"/>
            <ac:spMk id="2" creationId="{4CCEB897-F700-128D-F283-1511DE39B5C3}"/>
          </ac:spMkLst>
        </pc:spChg>
        <pc:spChg chg="mod">
          <ac:chgData name="Amoz Pay" userId="S::amoz1.pay@supinfo.com::4d2f8cb2-b070-4ae8-bcd7-1f67ea500ae8" providerId="AD" clId="Web-{06CAF09F-6A78-8E7C-DF42-25AAA5AE6872}" dt="2026-08-16T14:19:10.285" v="3122" actId="20577"/>
          <ac:spMkLst>
            <pc:docMk/>
            <pc:sldMk cId="3326400958" sldId="356"/>
            <ac:spMk id="3" creationId="{9DAE5453-134F-0EAE-89F0-A3719319D0FE}"/>
          </ac:spMkLst>
        </pc:spChg>
        <pc:graphicFrameChg chg="add mod modGraphic">
          <ac:chgData name="Amoz Pay" userId="S::amoz1.pay@supinfo.com::4d2f8cb2-b070-4ae8-bcd7-1f67ea500ae8" providerId="AD" clId="Web-{06CAF09F-6A78-8E7C-DF42-25AAA5AE6872}" dt="2026-08-15T12:09:43.823" v="908" actId="1076"/>
          <ac:graphicFrameMkLst>
            <pc:docMk/>
            <pc:sldMk cId="3326400958" sldId="356"/>
            <ac:graphicFrameMk id="7" creationId="{C97C6099-D92F-76CA-5559-8CD09DBE69CA}"/>
          </ac:graphicFrameMkLst>
        </pc:graphicFrameChg>
      </pc:sldChg>
      <pc:sldChg chg="modSp add ord replId">
        <pc:chgData name="Amoz Pay" userId="S::amoz1.pay@supinfo.com::4d2f8cb2-b070-4ae8-bcd7-1f67ea500ae8" providerId="AD" clId="Web-{06CAF09F-6A78-8E7C-DF42-25AAA5AE6872}" dt="2026-08-16T14:19:13.503" v="3123" actId="20577"/>
        <pc:sldMkLst>
          <pc:docMk/>
          <pc:sldMk cId="1009327787" sldId="357"/>
        </pc:sldMkLst>
        <pc:spChg chg="mod">
          <ac:chgData name="Amoz Pay" userId="S::amoz1.pay@supinfo.com::4d2f8cb2-b070-4ae8-bcd7-1f67ea500ae8" providerId="AD" clId="Web-{06CAF09F-6A78-8E7C-DF42-25AAA5AE6872}" dt="2026-08-15T15:49:12.590" v="984" actId="20577"/>
          <ac:spMkLst>
            <pc:docMk/>
            <pc:sldMk cId="1009327787" sldId="357"/>
            <ac:spMk id="2" creationId="{A31EFE34-E76D-08CD-CF9A-EB420B754D78}"/>
          </ac:spMkLst>
        </pc:spChg>
        <pc:spChg chg="mod">
          <ac:chgData name="Amoz Pay" userId="S::amoz1.pay@supinfo.com::4d2f8cb2-b070-4ae8-bcd7-1f67ea500ae8" providerId="AD" clId="Web-{06CAF09F-6A78-8E7C-DF42-25AAA5AE6872}" dt="2026-08-16T14:19:13.503" v="3123" actId="20577"/>
          <ac:spMkLst>
            <pc:docMk/>
            <pc:sldMk cId="1009327787" sldId="357"/>
            <ac:spMk id="3" creationId="{C30F0994-906D-438C-AB6E-FB460C064775}"/>
          </ac:spMkLst>
        </pc:spChg>
        <pc:spChg chg="mod">
          <ac:chgData name="Amoz Pay" userId="S::amoz1.pay@supinfo.com::4d2f8cb2-b070-4ae8-bcd7-1f67ea500ae8" providerId="AD" clId="Web-{06CAF09F-6A78-8E7C-DF42-25AAA5AE6872}" dt="2026-08-15T15:45:54.599" v="912" actId="20577"/>
          <ac:spMkLst>
            <pc:docMk/>
            <pc:sldMk cId="1009327787" sldId="357"/>
            <ac:spMk id="4" creationId="{63E6CE96-0284-87DA-4A8D-9758C176072B}"/>
          </ac:spMkLst>
        </pc:spChg>
        <pc:spChg chg="mod">
          <ac:chgData name="Amoz Pay" userId="S::amoz1.pay@supinfo.com::4d2f8cb2-b070-4ae8-bcd7-1f67ea500ae8" providerId="AD" clId="Web-{06CAF09F-6A78-8E7C-DF42-25AAA5AE6872}" dt="2026-08-15T15:49:16.934" v="985" actId="14100"/>
          <ac:spMkLst>
            <pc:docMk/>
            <pc:sldMk cId="1009327787" sldId="357"/>
            <ac:spMk id="6" creationId="{EF35979B-AB6C-9AEB-49A7-EB72E6AF176C}"/>
          </ac:spMkLst>
        </pc:spChg>
      </pc:sldChg>
      <pc:sldChg chg="modSp add">
        <pc:chgData name="Amoz Pay" userId="S::amoz1.pay@supinfo.com::4d2f8cb2-b070-4ae8-bcd7-1f67ea500ae8" providerId="AD" clId="Web-{06CAF09F-6A78-8E7C-DF42-25AAA5AE6872}" dt="2026-08-16T14:19:19.707" v="3125" actId="20577"/>
        <pc:sldMkLst>
          <pc:docMk/>
          <pc:sldMk cId="1528604053" sldId="359"/>
        </pc:sldMkLst>
        <pc:spChg chg="mod">
          <ac:chgData name="Amoz Pay" userId="S::amoz1.pay@supinfo.com::4d2f8cb2-b070-4ae8-bcd7-1f67ea500ae8" providerId="AD" clId="Web-{06CAF09F-6A78-8E7C-DF42-25AAA5AE6872}" dt="2026-08-15T15:57:41.546" v="1012" actId="20577"/>
          <ac:spMkLst>
            <pc:docMk/>
            <pc:sldMk cId="1528604053" sldId="359"/>
            <ac:spMk id="2" creationId="{71FA2727-E604-E991-2B4A-4AF08A482A9C}"/>
          </ac:spMkLst>
        </pc:spChg>
        <pc:spChg chg="mod">
          <ac:chgData name="Amoz Pay" userId="S::amoz1.pay@supinfo.com::4d2f8cb2-b070-4ae8-bcd7-1f67ea500ae8" providerId="AD" clId="Web-{06CAF09F-6A78-8E7C-DF42-25AAA5AE6872}" dt="2026-08-16T14:19:19.707" v="3125" actId="20577"/>
          <ac:spMkLst>
            <pc:docMk/>
            <pc:sldMk cId="1528604053" sldId="359"/>
            <ac:spMk id="3" creationId="{9F9A6255-1063-A948-A292-E12B5C8DB52D}"/>
          </ac:spMkLst>
        </pc:spChg>
        <pc:spChg chg="mod">
          <ac:chgData name="Amoz Pay" userId="S::amoz1.pay@supinfo.com::4d2f8cb2-b070-4ae8-bcd7-1f67ea500ae8" providerId="AD" clId="Web-{06CAF09F-6A78-8E7C-DF42-25AAA5AE6872}" dt="2026-08-15T15:58:26.579" v="1031" actId="20577"/>
          <ac:spMkLst>
            <pc:docMk/>
            <pc:sldMk cId="1528604053" sldId="359"/>
            <ac:spMk id="6" creationId="{1AD405D9-45C4-C988-D04D-7A842D7FA5F7}"/>
          </ac:spMkLst>
        </pc:spChg>
      </pc:sldChg>
      <pc:sldChg chg="delSp modSp add replId">
        <pc:chgData name="Amoz Pay" userId="S::amoz1.pay@supinfo.com::4d2f8cb2-b070-4ae8-bcd7-1f67ea500ae8" providerId="AD" clId="Web-{06CAF09F-6A78-8E7C-DF42-25AAA5AE6872}" dt="2026-08-16T14:19:23.348" v="3127" actId="20577"/>
        <pc:sldMkLst>
          <pc:docMk/>
          <pc:sldMk cId="4035279500" sldId="361"/>
        </pc:sldMkLst>
        <pc:spChg chg="mod">
          <ac:chgData name="Amoz Pay" userId="S::amoz1.pay@supinfo.com::4d2f8cb2-b070-4ae8-bcd7-1f67ea500ae8" providerId="AD" clId="Web-{06CAF09F-6A78-8E7C-DF42-25AAA5AE6872}" dt="2026-08-15T16:05:40.658" v="1075" actId="20577"/>
          <ac:spMkLst>
            <pc:docMk/>
            <pc:sldMk cId="4035279500" sldId="361"/>
            <ac:spMk id="2" creationId="{84B32789-F94E-FF82-5998-002661271E9A}"/>
          </ac:spMkLst>
        </pc:spChg>
        <pc:spChg chg="mod">
          <ac:chgData name="Amoz Pay" userId="S::amoz1.pay@supinfo.com::4d2f8cb2-b070-4ae8-bcd7-1f67ea500ae8" providerId="AD" clId="Web-{06CAF09F-6A78-8E7C-DF42-25AAA5AE6872}" dt="2026-08-16T14:19:23.348" v="3127" actId="20577"/>
          <ac:spMkLst>
            <pc:docMk/>
            <pc:sldMk cId="4035279500" sldId="361"/>
            <ac:spMk id="3" creationId="{8408FF52-EF7A-2372-289A-F07A9CAE9AB0}"/>
          </ac:spMkLst>
        </pc:spChg>
        <pc:spChg chg="mod">
          <ac:chgData name="Amoz Pay" userId="S::amoz1.pay@supinfo.com::4d2f8cb2-b070-4ae8-bcd7-1f67ea500ae8" providerId="AD" clId="Web-{06CAF09F-6A78-8E7C-DF42-25AAA5AE6872}" dt="2026-08-15T16:06:05.940" v="1081" actId="20577"/>
          <ac:spMkLst>
            <pc:docMk/>
            <pc:sldMk cId="4035279500" sldId="361"/>
            <ac:spMk id="6" creationId="{08FAE7C2-F095-E391-3F2A-A325A055B2B0}"/>
          </ac:spMkLst>
        </pc:spChg>
      </pc:sldChg>
      <pc:sldChg chg="modSp add replId">
        <pc:chgData name="Amoz Pay" userId="S::amoz1.pay@supinfo.com::4d2f8cb2-b070-4ae8-bcd7-1f67ea500ae8" providerId="AD" clId="Web-{06CAF09F-6A78-8E7C-DF42-25AAA5AE6872}" dt="2026-08-16T14:19:26.879" v="3128" actId="20577"/>
        <pc:sldMkLst>
          <pc:docMk/>
          <pc:sldMk cId="1059008346" sldId="362"/>
        </pc:sldMkLst>
        <pc:spChg chg="mod">
          <ac:chgData name="Amoz Pay" userId="S::amoz1.pay@supinfo.com::4d2f8cb2-b070-4ae8-bcd7-1f67ea500ae8" providerId="AD" clId="Web-{06CAF09F-6A78-8E7C-DF42-25AAA5AE6872}" dt="2026-08-15T16:09:01.868" v="1099" actId="20577"/>
          <ac:spMkLst>
            <pc:docMk/>
            <pc:sldMk cId="1059008346" sldId="362"/>
            <ac:spMk id="2" creationId="{785B47CA-A344-1F75-BCCE-64A0F98ECEF2}"/>
          </ac:spMkLst>
        </pc:spChg>
        <pc:spChg chg="mod">
          <ac:chgData name="Amoz Pay" userId="S::amoz1.pay@supinfo.com::4d2f8cb2-b070-4ae8-bcd7-1f67ea500ae8" providerId="AD" clId="Web-{06CAF09F-6A78-8E7C-DF42-25AAA5AE6872}" dt="2026-08-16T14:19:26.879" v="3128" actId="20577"/>
          <ac:spMkLst>
            <pc:docMk/>
            <pc:sldMk cId="1059008346" sldId="362"/>
            <ac:spMk id="3" creationId="{76C80CD3-B254-4138-61B8-15B61689305E}"/>
          </ac:spMkLst>
        </pc:spChg>
        <pc:spChg chg="mod">
          <ac:chgData name="Amoz Pay" userId="S::amoz1.pay@supinfo.com::4d2f8cb2-b070-4ae8-bcd7-1f67ea500ae8" providerId="AD" clId="Web-{06CAF09F-6A78-8E7C-DF42-25AAA5AE6872}" dt="2026-08-15T16:08:26.148" v="1085" actId="20577"/>
          <ac:spMkLst>
            <pc:docMk/>
            <pc:sldMk cId="1059008346" sldId="362"/>
            <ac:spMk id="4" creationId="{A91525C4-23CB-25C6-F730-2BC3E6D55263}"/>
          </ac:spMkLst>
        </pc:spChg>
        <pc:spChg chg="mod">
          <ac:chgData name="Amoz Pay" userId="S::amoz1.pay@supinfo.com::4d2f8cb2-b070-4ae8-bcd7-1f67ea500ae8" providerId="AD" clId="Web-{06CAF09F-6A78-8E7C-DF42-25AAA5AE6872}" dt="2026-08-15T16:09:43.589" v="1113" actId="20577"/>
          <ac:spMkLst>
            <pc:docMk/>
            <pc:sldMk cId="1059008346" sldId="362"/>
            <ac:spMk id="6" creationId="{F89163CE-D7F3-D056-78FE-0375D6607145}"/>
          </ac:spMkLst>
        </pc:spChg>
      </pc:sldChg>
      <pc:sldChg chg="delSp modSp add replId">
        <pc:chgData name="Amoz Pay" userId="S::amoz1.pay@supinfo.com::4d2f8cb2-b070-4ae8-bcd7-1f67ea500ae8" providerId="AD" clId="Web-{06CAF09F-6A78-8E7C-DF42-25AAA5AE6872}" dt="2026-08-16T14:19:30.254" v="3129" actId="20577"/>
        <pc:sldMkLst>
          <pc:docMk/>
          <pc:sldMk cId="365898006" sldId="363"/>
        </pc:sldMkLst>
        <pc:spChg chg="mod">
          <ac:chgData name="Amoz Pay" userId="S::amoz1.pay@supinfo.com::4d2f8cb2-b070-4ae8-bcd7-1f67ea500ae8" providerId="AD" clId="Web-{06CAF09F-6A78-8E7C-DF42-25AAA5AE6872}" dt="2026-08-15T16:11:26.358" v="1155" actId="20577"/>
          <ac:spMkLst>
            <pc:docMk/>
            <pc:sldMk cId="365898006" sldId="363"/>
            <ac:spMk id="2" creationId="{9558B007-705B-BBAD-2C6F-F698E5145F72}"/>
          </ac:spMkLst>
        </pc:spChg>
        <pc:spChg chg="mod">
          <ac:chgData name="Amoz Pay" userId="S::amoz1.pay@supinfo.com::4d2f8cb2-b070-4ae8-bcd7-1f67ea500ae8" providerId="AD" clId="Web-{06CAF09F-6A78-8E7C-DF42-25AAA5AE6872}" dt="2026-08-16T14:19:30.254" v="3129" actId="20577"/>
          <ac:spMkLst>
            <pc:docMk/>
            <pc:sldMk cId="365898006" sldId="363"/>
            <ac:spMk id="3" creationId="{EA4C6471-5267-3762-7B21-CAA7369516D7}"/>
          </ac:spMkLst>
        </pc:spChg>
        <pc:spChg chg="mod">
          <ac:chgData name="Amoz Pay" userId="S::amoz1.pay@supinfo.com::4d2f8cb2-b070-4ae8-bcd7-1f67ea500ae8" providerId="AD" clId="Web-{06CAF09F-6A78-8E7C-DF42-25AAA5AE6872}" dt="2026-08-15T16:11:36.999" v="1167" actId="20577"/>
          <ac:spMkLst>
            <pc:docMk/>
            <pc:sldMk cId="365898006" sldId="363"/>
            <ac:spMk id="4" creationId="{A514CE16-FE6C-B659-A728-1088477577B3}"/>
          </ac:spMkLst>
        </pc:spChg>
      </pc:sldChg>
      <pc:sldChg chg="modSp add replId">
        <pc:chgData name="Amoz Pay" userId="S::amoz1.pay@supinfo.com::4d2f8cb2-b070-4ae8-bcd7-1f67ea500ae8" providerId="AD" clId="Web-{06CAF09F-6A78-8E7C-DF42-25AAA5AE6872}" dt="2026-08-16T14:19:48.036" v="3135" actId="20577"/>
        <pc:sldMkLst>
          <pc:docMk/>
          <pc:sldMk cId="2044428107" sldId="364"/>
        </pc:sldMkLst>
        <pc:spChg chg="mod">
          <ac:chgData name="Amoz Pay" userId="S::amoz1.pay@supinfo.com::4d2f8cb2-b070-4ae8-bcd7-1f67ea500ae8" providerId="AD" clId="Web-{06CAF09F-6A78-8E7C-DF42-25AAA5AE6872}" dt="2026-08-16T14:19:48.036" v="3135" actId="20577"/>
          <ac:spMkLst>
            <pc:docMk/>
            <pc:sldMk cId="2044428107" sldId="364"/>
            <ac:spMk id="2" creationId="{DC9990BC-8CF7-18F2-527F-631DA4B673CD}"/>
          </ac:spMkLst>
        </pc:spChg>
      </pc:sldChg>
      <pc:sldChg chg="modSp add replId">
        <pc:chgData name="Amoz Pay" userId="S::amoz1.pay@supinfo.com::4d2f8cb2-b070-4ae8-bcd7-1f67ea500ae8" providerId="AD" clId="Web-{06CAF09F-6A78-8E7C-DF42-25AAA5AE6872}" dt="2026-08-16T14:19:36.567" v="3131" actId="20577"/>
        <pc:sldMkLst>
          <pc:docMk/>
          <pc:sldMk cId="3840145321" sldId="365"/>
        </pc:sldMkLst>
        <pc:spChg chg="mod">
          <ac:chgData name="Amoz Pay" userId="S::amoz1.pay@supinfo.com::4d2f8cb2-b070-4ae8-bcd7-1f67ea500ae8" providerId="AD" clId="Web-{06CAF09F-6A78-8E7C-DF42-25AAA5AE6872}" dt="2026-08-16T14:19:36.567" v="3131" actId="20577"/>
          <ac:spMkLst>
            <pc:docMk/>
            <pc:sldMk cId="3840145321" sldId="365"/>
            <ac:spMk id="2" creationId="{4C2E4857-20BA-84E2-FF5B-72BB3E0B7541}"/>
          </ac:spMkLst>
        </pc:spChg>
      </pc:sldChg>
      <pc:sldChg chg="modSp add replId">
        <pc:chgData name="Amoz Pay" userId="S::amoz1.pay@supinfo.com::4d2f8cb2-b070-4ae8-bcd7-1f67ea500ae8" providerId="AD" clId="Web-{06CAF09F-6A78-8E7C-DF42-25AAA5AE6872}" dt="2026-08-16T14:19:39.426" v="3132" actId="20577"/>
        <pc:sldMkLst>
          <pc:docMk/>
          <pc:sldMk cId="966064744" sldId="366"/>
        </pc:sldMkLst>
        <pc:spChg chg="mod">
          <ac:chgData name="Amoz Pay" userId="S::amoz1.pay@supinfo.com::4d2f8cb2-b070-4ae8-bcd7-1f67ea500ae8" providerId="AD" clId="Web-{06CAF09F-6A78-8E7C-DF42-25AAA5AE6872}" dt="2026-08-15T16:17:21.777" v="1393" actId="20577"/>
          <ac:spMkLst>
            <pc:docMk/>
            <pc:sldMk cId="966064744" sldId="366"/>
            <ac:spMk id="2" creationId="{2EF2D972-B9B2-8391-46DE-603817477DEF}"/>
          </ac:spMkLst>
        </pc:spChg>
        <pc:spChg chg="mod">
          <ac:chgData name="Amoz Pay" userId="S::amoz1.pay@supinfo.com::4d2f8cb2-b070-4ae8-bcd7-1f67ea500ae8" providerId="AD" clId="Web-{06CAF09F-6A78-8E7C-DF42-25AAA5AE6872}" dt="2026-08-16T14:19:39.426" v="3132" actId="20577"/>
          <ac:spMkLst>
            <pc:docMk/>
            <pc:sldMk cId="966064744" sldId="366"/>
            <ac:spMk id="3" creationId="{3CC20B57-291D-9574-A34A-22728B77D083}"/>
          </ac:spMkLst>
        </pc:spChg>
        <pc:spChg chg="mod">
          <ac:chgData name="Amoz Pay" userId="S::amoz1.pay@supinfo.com::4d2f8cb2-b070-4ae8-bcd7-1f67ea500ae8" providerId="AD" clId="Web-{06CAF09F-6A78-8E7C-DF42-25AAA5AE6872}" dt="2026-08-15T16:14:17.677" v="1266" actId="20577"/>
          <ac:spMkLst>
            <pc:docMk/>
            <pc:sldMk cId="966064744" sldId="366"/>
            <ac:spMk id="4" creationId="{95F57478-3037-A054-3009-26DCAC9E827D}"/>
          </ac:spMkLst>
        </pc:spChg>
        <pc:spChg chg="mod">
          <ac:chgData name="Amoz Pay" userId="S::amoz1.pay@supinfo.com::4d2f8cb2-b070-4ae8-bcd7-1f67ea500ae8" providerId="AD" clId="Web-{06CAF09F-6A78-8E7C-DF42-25AAA5AE6872}" dt="2026-08-15T16:16:17.306" v="1338" actId="20577"/>
          <ac:spMkLst>
            <pc:docMk/>
            <pc:sldMk cId="966064744" sldId="366"/>
            <ac:spMk id="6" creationId="{806885AD-FD0C-C5C9-192B-D47360B157B5}"/>
          </ac:spMkLst>
        </pc:spChg>
      </pc:sldChg>
      <pc:sldChg chg="modSp add ord replId">
        <pc:chgData name="Amoz Pay" userId="S::amoz1.pay@supinfo.com::4d2f8cb2-b070-4ae8-bcd7-1f67ea500ae8" providerId="AD" clId="Web-{06CAF09F-6A78-8E7C-DF42-25AAA5AE6872}" dt="2026-08-16T14:19:45.052" v="3134" actId="20577"/>
        <pc:sldMkLst>
          <pc:docMk/>
          <pc:sldMk cId="929103118" sldId="367"/>
        </pc:sldMkLst>
        <pc:spChg chg="mod">
          <ac:chgData name="Amoz Pay" userId="S::amoz1.pay@supinfo.com::4d2f8cb2-b070-4ae8-bcd7-1f67ea500ae8" providerId="AD" clId="Web-{06CAF09F-6A78-8E7C-DF42-25AAA5AE6872}" dt="2026-08-15T16:27:23.883" v="1594" actId="20577"/>
          <ac:spMkLst>
            <pc:docMk/>
            <pc:sldMk cId="929103118" sldId="367"/>
            <ac:spMk id="2" creationId="{55C6BD2D-A5DE-E910-198B-99DCCCA7E268}"/>
          </ac:spMkLst>
        </pc:spChg>
        <pc:spChg chg="mod">
          <ac:chgData name="Amoz Pay" userId="S::amoz1.pay@supinfo.com::4d2f8cb2-b070-4ae8-bcd7-1f67ea500ae8" providerId="AD" clId="Web-{06CAF09F-6A78-8E7C-DF42-25AAA5AE6872}" dt="2026-08-16T14:19:45.052" v="3134" actId="20577"/>
          <ac:spMkLst>
            <pc:docMk/>
            <pc:sldMk cId="929103118" sldId="367"/>
            <ac:spMk id="3" creationId="{4AC062AF-BEFD-1EC0-C243-72B24F8C32A6}"/>
          </ac:spMkLst>
        </pc:spChg>
        <pc:spChg chg="mod">
          <ac:chgData name="Amoz Pay" userId="S::amoz1.pay@supinfo.com::4d2f8cb2-b070-4ae8-bcd7-1f67ea500ae8" providerId="AD" clId="Web-{06CAF09F-6A78-8E7C-DF42-25AAA5AE6872}" dt="2026-08-15T16:19:18.047" v="1404" actId="20577"/>
          <ac:spMkLst>
            <pc:docMk/>
            <pc:sldMk cId="929103118" sldId="367"/>
            <ac:spMk id="4" creationId="{74E854A4-44E3-DB91-4E45-0E70E5162768}"/>
          </ac:spMkLst>
        </pc:spChg>
        <pc:spChg chg="mod">
          <ac:chgData name="Amoz Pay" userId="S::amoz1.pay@supinfo.com::4d2f8cb2-b070-4ae8-bcd7-1f67ea500ae8" providerId="AD" clId="Web-{06CAF09F-6A78-8E7C-DF42-25AAA5AE6872}" dt="2026-08-16T10:16:24.586" v="1721" actId="20577"/>
          <ac:spMkLst>
            <pc:docMk/>
            <pc:sldMk cId="929103118" sldId="367"/>
            <ac:spMk id="6" creationId="{B6EA47C0-A085-492B-5101-BF89619DA8F8}"/>
          </ac:spMkLst>
        </pc:spChg>
      </pc:sldChg>
      <pc:sldChg chg="addSp delSp modSp add replId">
        <pc:chgData name="Amoz Pay" userId="S::amoz1.pay@supinfo.com::4d2f8cb2-b070-4ae8-bcd7-1f67ea500ae8" providerId="AD" clId="Web-{06CAF09F-6A78-8E7C-DF42-25AAA5AE6872}" dt="2026-08-16T14:19:42.676" v="3133" actId="20577"/>
        <pc:sldMkLst>
          <pc:docMk/>
          <pc:sldMk cId="3405791817" sldId="368"/>
        </pc:sldMkLst>
        <pc:spChg chg="mod">
          <ac:chgData name="Amoz Pay" userId="S::amoz1.pay@supinfo.com::4d2f8cb2-b070-4ae8-bcd7-1f67ea500ae8" providerId="AD" clId="Web-{06CAF09F-6A78-8E7C-DF42-25AAA5AE6872}" dt="2026-08-16T14:19:42.676" v="3133" actId="20577"/>
          <ac:spMkLst>
            <pc:docMk/>
            <pc:sldMk cId="3405791817" sldId="368"/>
            <ac:spMk id="3" creationId="{E1114C43-4A56-F2BC-E91A-32E61126693E}"/>
          </ac:spMkLst>
        </pc:spChg>
        <pc:spChg chg="add mod">
          <ac:chgData name="Amoz Pay" userId="S::amoz1.pay@supinfo.com::4d2f8cb2-b070-4ae8-bcd7-1f67ea500ae8" providerId="AD" clId="Web-{06CAF09F-6A78-8E7C-DF42-25AAA5AE6872}" dt="2026-08-16T10:10:00.666" v="1607" actId="20577"/>
          <ac:spMkLst>
            <pc:docMk/>
            <pc:sldMk cId="3405791817" sldId="368"/>
            <ac:spMk id="5" creationId="{65CC2400-D8AF-3D52-4BBD-486ECD80BA38}"/>
          </ac:spMkLst>
        </pc:spChg>
        <pc:spChg chg="add mod">
          <ac:chgData name="Amoz Pay" userId="S::amoz1.pay@supinfo.com::4d2f8cb2-b070-4ae8-bcd7-1f67ea500ae8" providerId="AD" clId="Web-{06CAF09F-6A78-8E7C-DF42-25AAA5AE6872}" dt="2026-08-16T10:10:22.948" v="1618" actId="20577"/>
          <ac:spMkLst>
            <pc:docMk/>
            <pc:sldMk cId="3405791817" sldId="368"/>
            <ac:spMk id="7" creationId="{1CCB8202-69EF-FA86-EC24-A7BB4123C497}"/>
          </ac:spMkLst>
        </pc:spChg>
        <pc:spChg chg="add mod">
          <ac:chgData name="Amoz Pay" userId="S::amoz1.pay@supinfo.com::4d2f8cb2-b070-4ae8-bcd7-1f67ea500ae8" providerId="AD" clId="Web-{06CAF09F-6A78-8E7C-DF42-25AAA5AE6872}" dt="2026-08-16T10:10:26.292" v="1619" actId="20577"/>
          <ac:spMkLst>
            <pc:docMk/>
            <pc:sldMk cId="3405791817" sldId="368"/>
            <ac:spMk id="8" creationId="{1B46EE6C-76C8-FF7D-436B-4DE364C810B9}"/>
          </ac:spMkLst>
        </pc:spChg>
        <pc:spChg chg="add mod ord">
          <ac:chgData name="Amoz Pay" userId="S::amoz1.pay@supinfo.com::4d2f8cb2-b070-4ae8-bcd7-1f67ea500ae8" providerId="AD" clId="Web-{06CAF09F-6A78-8E7C-DF42-25AAA5AE6872}" dt="2026-08-16T10:13:09.532" v="1666"/>
          <ac:spMkLst>
            <pc:docMk/>
            <pc:sldMk cId="3405791817" sldId="368"/>
            <ac:spMk id="9" creationId="{6BF0DF73-B92E-3BF7-2293-F389750A2B74}"/>
          </ac:spMkLst>
        </pc:spChg>
        <pc:spChg chg="add mod ord">
          <ac:chgData name="Amoz Pay" userId="S::amoz1.pay@supinfo.com::4d2f8cb2-b070-4ae8-bcd7-1f67ea500ae8" providerId="AD" clId="Web-{06CAF09F-6A78-8E7C-DF42-25AAA5AE6872}" dt="2026-08-16T10:13:09.579" v="1667"/>
          <ac:spMkLst>
            <pc:docMk/>
            <pc:sldMk cId="3405791817" sldId="368"/>
            <ac:spMk id="10" creationId="{A54FBE3D-F65B-2C7E-8AEF-1ECF4EF94530}"/>
          </ac:spMkLst>
        </pc:spChg>
        <pc:spChg chg="add mod ord">
          <ac:chgData name="Amoz Pay" userId="S::amoz1.pay@supinfo.com::4d2f8cb2-b070-4ae8-bcd7-1f67ea500ae8" providerId="AD" clId="Web-{06CAF09F-6A78-8E7C-DF42-25AAA5AE6872}" dt="2026-08-16T10:13:09.704" v="1668"/>
          <ac:spMkLst>
            <pc:docMk/>
            <pc:sldMk cId="3405791817" sldId="368"/>
            <ac:spMk id="12" creationId="{5EA17228-5DBE-46E2-09C2-826B5618AAAB}"/>
          </ac:spMkLst>
        </pc:spChg>
        <pc:cxnChg chg="add mod">
          <ac:chgData name="Amoz Pay" userId="S::amoz1.pay@supinfo.com::4d2f8cb2-b070-4ae8-bcd7-1f67ea500ae8" providerId="AD" clId="Web-{06CAF09F-6A78-8E7C-DF42-25AAA5AE6872}" dt="2026-08-16T10:14:17.113" v="1675" actId="14100"/>
          <ac:cxnSpMkLst>
            <pc:docMk/>
            <pc:sldMk cId="3405791817" sldId="368"/>
            <ac:cxnSpMk id="13" creationId="{25CFD9E3-3292-B744-3234-6E2EA4F037C2}"/>
          </ac:cxnSpMkLst>
        </pc:cxnChg>
      </pc:sldChg>
      <pc:sldChg chg="modSp add replId">
        <pc:chgData name="Amoz Pay" userId="S::amoz1.pay@supinfo.com::4d2f8cb2-b070-4ae8-bcd7-1f67ea500ae8" providerId="AD" clId="Web-{06CAF09F-6A78-8E7C-DF42-25AAA5AE6872}" dt="2026-08-16T14:19:51.317" v="3136" actId="20577"/>
        <pc:sldMkLst>
          <pc:docMk/>
          <pc:sldMk cId="3123855204" sldId="369"/>
        </pc:sldMkLst>
        <pc:spChg chg="mod">
          <ac:chgData name="Amoz Pay" userId="S::amoz1.pay@supinfo.com::4d2f8cb2-b070-4ae8-bcd7-1f67ea500ae8" providerId="AD" clId="Web-{06CAF09F-6A78-8E7C-DF42-25AAA5AE6872}" dt="2026-08-16T14:19:51.317" v="3136" actId="20577"/>
          <ac:spMkLst>
            <pc:docMk/>
            <pc:sldMk cId="3123855204" sldId="369"/>
            <ac:spMk id="2" creationId="{B5919E0D-7D92-913C-E150-0268BCB1D610}"/>
          </ac:spMkLst>
        </pc:spChg>
      </pc:sldChg>
      <pc:sldChg chg="modSp add ord replId">
        <pc:chgData name="Amoz Pay" userId="S::amoz1.pay@supinfo.com::4d2f8cb2-b070-4ae8-bcd7-1f67ea500ae8" providerId="AD" clId="Web-{06CAF09F-6A78-8E7C-DF42-25AAA5AE6872}" dt="2026-08-16T14:20:25.475" v="3144" actId="20577"/>
        <pc:sldMkLst>
          <pc:docMk/>
          <pc:sldMk cId="1703933804" sldId="370"/>
        </pc:sldMkLst>
        <pc:spChg chg="mod">
          <ac:chgData name="Amoz Pay" userId="S::amoz1.pay@supinfo.com::4d2f8cb2-b070-4ae8-bcd7-1f67ea500ae8" providerId="AD" clId="Web-{06CAF09F-6A78-8E7C-DF42-25AAA5AE6872}" dt="2026-08-16T14:20:25.475" v="3144" actId="20577"/>
          <ac:spMkLst>
            <pc:docMk/>
            <pc:sldMk cId="1703933804" sldId="370"/>
            <ac:spMk id="2" creationId="{55E90482-04E4-9DB2-6CEB-D6E91C415C36}"/>
          </ac:spMkLst>
        </pc:spChg>
      </pc:sldChg>
      <pc:sldChg chg="addSp delSp modSp add replId">
        <pc:chgData name="Amoz Pay" userId="S::amoz1.pay@supinfo.com::4d2f8cb2-b070-4ae8-bcd7-1f67ea500ae8" providerId="AD" clId="Web-{06CAF09F-6A78-8E7C-DF42-25AAA5AE6872}" dt="2026-08-16T14:19:54.114" v="3137" actId="20577"/>
        <pc:sldMkLst>
          <pc:docMk/>
          <pc:sldMk cId="506773046" sldId="373"/>
        </pc:sldMkLst>
        <pc:spChg chg="mod">
          <ac:chgData name="Amoz Pay" userId="S::amoz1.pay@supinfo.com::4d2f8cb2-b070-4ae8-bcd7-1f67ea500ae8" providerId="AD" clId="Web-{06CAF09F-6A78-8E7C-DF42-25AAA5AE6872}" dt="2026-08-16T10:26:06.310" v="1820" actId="20577"/>
          <ac:spMkLst>
            <pc:docMk/>
            <pc:sldMk cId="506773046" sldId="373"/>
            <ac:spMk id="2" creationId="{D68E8540-9F07-A67B-3C40-65548BC0E902}"/>
          </ac:spMkLst>
        </pc:spChg>
        <pc:spChg chg="mod">
          <ac:chgData name="Amoz Pay" userId="S::amoz1.pay@supinfo.com::4d2f8cb2-b070-4ae8-bcd7-1f67ea500ae8" providerId="AD" clId="Web-{06CAF09F-6A78-8E7C-DF42-25AAA5AE6872}" dt="2026-08-16T14:19:54.114" v="3137" actId="20577"/>
          <ac:spMkLst>
            <pc:docMk/>
            <pc:sldMk cId="506773046" sldId="373"/>
            <ac:spMk id="3" creationId="{6FE4BC3C-0D04-5A67-50A2-303873709C69}"/>
          </ac:spMkLst>
        </pc:spChg>
        <pc:spChg chg="mod">
          <ac:chgData name="Amoz Pay" userId="S::amoz1.pay@supinfo.com::4d2f8cb2-b070-4ae8-bcd7-1f67ea500ae8" providerId="AD" clId="Web-{06CAF09F-6A78-8E7C-DF42-25AAA5AE6872}" dt="2026-08-16T10:30:11.304" v="2289" actId="20577"/>
          <ac:spMkLst>
            <pc:docMk/>
            <pc:sldMk cId="506773046" sldId="373"/>
            <ac:spMk id="4" creationId="{52A1FD82-5C81-B323-84FA-D434F0EB2DB7}"/>
          </ac:spMkLst>
        </pc:spChg>
        <pc:graphicFrameChg chg="add mod modGraphic">
          <ac:chgData name="Amoz Pay" userId="S::amoz1.pay@supinfo.com::4d2f8cb2-b070-4ae8-bcd7-1f67ea500ae8" providerId="AD" clId="Web-{06CAF09F-6A78-8E7C-DF42-25AAA5AE6872}" dt="2026-08-16T11:25:40.362" v="3017"/>
          <ac:graphicFrameMkLst>
            <pc:docMk/>
            <pc:sldMk cId="506773046" sldId="373"/>
            <ac:graphicFrameMk id="7" creationId="{0969EF53-C2BB-4581-9555-1774FF0A64D8}"/>
          </ac:graphicFrameMkLst>
        </pc:graphicFrameChg>
      </pc:sldChg>
      <pc:sldChg chg="delSp modSp add replId">
        <pc:chgData name="Amoz Pay" userId="S::amoz1.pay@supinfo.com::4d2f8cb2-b070-4ae8-bcd7-1f67ea500ae8" providerId="AD" clId="Web-{06CAF09F-6A78-8E7C-DF42-25AAA5AE6872}" dt="2026-08-16T14:19:57.396" v="3138" actId="20577"/>
        <pc:sldMkLst>
          <pc:docMk/>
          <pc:sldMk cId="3059777548" sldId="374"/>
        </pc:sldMkLst>
        <pc:spChg chg="mod">
          <ac:chgData name="Amoz Pay" userId="S::amoz1.pay@supinfo.com::4d2f8cb2-b070-4ae8-bcd7-1f67ea500ae8" providerId="AD" clId="Web-{06CAF09F-6A78-8E7C-DF42-25AAA5AE6872}" dt="2026-08-16T10:32:29.621" v="2440" actId="20577"/>
          <ac:spMkLst>
            <pc:docMk/>
            <pc:sldMk cId="3059777548" sldId="374"/>
            <ac:spMk id="2" creationId="{A90767DA-71E4-F541-C788-6C68C70CA609}"/>
          </ac:spMkLst>
        </pc:spChg>
        <pc:spChg chg="mod">
          <ac:chgData name="Amoz Pay" userId="S::amoz1.pay@supinfo.com::4d2f8cb2-b070-4ae8-bcd7-1f67ea500ae8" providerId="AD" clId="Web-{06CAF09F-6A78-8E7C-DF42-25AAA5AE6872}" dt="2026-08-16T14:19:57.396" v="3138" actId="20577"/>
          <ac:spMkLst>
            <pc:docMk/>
            <pc:sldMk cId="3059777548" sldId="374"/>
            <ac:spMk id="3" creationId="{F26D0E09-D934-0BFD-C895-64CA6795B867}"/>
          </ac:spMkLst>
        </pc:spChg>
        <pc:spChg chg="mod">
          <ac:chgData name="Amoz Pay" userId="S::amoz1.pay@supinfo.com::4d2f8cb2-b070-4ae8-bcd7-1f67ea500ae8" providerId="AD" clId="Web-{06CAF09F-6A78-8E7C-DF42-25AAA5AE6872}" dt="2026-08-16T10:30:46.227" v="2302" actId="20577"/>
          <ac:spMkLst>
            <pc:docMk/>
            <pc:sldMk cId="3059777548" sldId="374"/>
            <ac:spMk id="4" creationId="{4F7907F8-45B7-0DF3-D03E-00BDD99A9A1E}"/>
          </ac:spMkLst>
        </pc:spChg>
      </pc:sldChg>
      <pc:sldChg chg="addSp delSp modSp add ord replId">
        <pc:chgData name="Amoz Pay" userId="S::amoz1.pay@supinfo.com::4d2f8cb2-b070-4ae8-bcd7-1f67ea500ae8" providerId="AD" clId="Web-{06CAF09F-6A78-8E7C-DF42-25AAA5AE6872}" dt="2026-08-16T14:20:15.490" v="3141" actId="20577"/>
        <pc:sldMkLst>
          <pc:docMk/>
          <pc:sldMk cId="1758821808" sldId="375"/>
        </pc:sldMkLst>
        <pc:spChg chg="mod">
          <ac:chgData name="Amoz Pay" userId="S::amoz1.pay@supinfo.com::4d2f8cb2-b070-4ae8-bcd7-1f67ea500ae8" providerId="AD" clId="Web-{06CAF09F-6A78-8E7C-DF42-25AAA5AE6872}" dt="2026-08-16T11:24:37.843" v="3003" actId="20577"/>
          <ac:spMkLst>
            <pc:docMk/>
            <pc:sldMk cId="1758821808" sldId="375"/>
            <ac:spMk id="2" creationId="{DBD14D0A-4701-C6EF-B085-54F4C97FD661}"/>
          </ac:spMkLst>
        </pc:spChg>
        <pc:spChg chg="mod">
          <ac:chgData name="Amoz Pay" userId="S::amoz1.pay@supinfo.com::4d2f8cb2-b070-4ae8-bcd7-1f67ea500ae8" providerId="AD" clId="Web-{06CAF09F-6A78-8E7C-DF42-25AAA5AE6872}" dt="2026-08-16T14:20:15.490" v="3141" actId="20577"/>
          <ac:spMkLst>
            <pc:docMk/>
            <pc:sldMk cId="1758821808" sldId="375"/>
            <ac:spMk id="3" creationId="{258D522B-F447-BD79-3351-995508CAC392}"/>
          </ac:spMkLst>
        </pc:spChg>
        <pc:spChg chg="mod">
          <ac:chgData name="Amoz Pay" userId="S::amoz1.pay@supinfo.com::4d2f8cb2-b070-4ae8-bcd7-1f67ea500ae8" providerId="AD" clId="Web-{06CAF09F-6A78-8E7C-DF42-25AAA5AE6872}" dt="2026-08-16T10:32:52.497" v="2445" actId="20577"/>
          <ac:spMkLst>
            <pc:docMk/>
            <pc:sldMk cId="1758821808" sldId="375"/>
            <ac:spMk id="4" creationId="{2473354D-01B0-F45B-352E-C6DDFBB60898}"/>
          </ac:spMkLst>
        </pc:spChg>
        <pc:spChg chg="add mod">
          <ac:chgData name="Amoz Pay" userId="S::amoz1.pay@supinfo.com::4d2f8cb2-b070-4ae8-bcd7-1f67ea500ae8" providerId="AD" clId="Web-{06CAF09F-6A78-8E7C-DF42-25AAA5AE6872}" dt="2026-08-16T10:36:49.928" v="2564" actId="20577"/>
          <ac:spMkLst>
            <pc:docMk/>
            <pc:sldMk cId="1758821808" sldId="375"/>
            <ac:spMk id="6" creationId="{5A804AC2-43E6-726F-0FDA-0B98794DAD2E}"/>
          </ac:spMkLst>
        </pc:spChg>
      </pc:sldChg>
      <pc:sldChg chg="modSp add replId">
        <pc:chgData name="Amoz Pay" userId="S::amoz1.pay@supinfo.com::4d2f8cb2-b070-4ae8-bcd7-1f67ea500ae8" providerId="AD" clId="Web-{06CAF09F-6A78-8E7C-DF42-25AAA5AE6872}" dt="2026-08-16T14:20:00.396" v="3139" actId="20577"/>
        <pc:sldMkLst>
          <pc:docMk/>
          <pc:sldMk cId="3011695780" sldId="376"/>
        </pc:sldMkLst>
        <pc:spChg chg="mod">
          <ac:chgData name="Amoz Pay" userId="S::amoz1.pay@supinfo.com::4d2f8cb2-b070-4ae8-bcd7-1f67ea500ae8" providerId="AD" clId="Web-{06CAF09F-6A78-8E7C-DF42-25AAA5AE6872}" dt="2026-08-16T10:43:50.053" v="2705" actId="20577"/>
          <ac:spMkLst>
            <pc:docMk/>
            <pc:sldMk cId="3011695780" sldId="376"/>
            <ac:spMk id="2" creationId="{75320E00-5B9D-8056-6F25-7494AA8C9994}"/>
          </ac:spMkLst>
        </pc:spChg>
        <pc:spChg chg="mod">
          <ac:chgData name="Amoz Pay" userId="S::amoz1.pay@supinfo.com::4d2f8cb2-b070-4ae8-bcd7-1f67ea500ae8" providerId="AD" clId="Web-{06CAF09F-6A78-8E7C-DF42-25AAA5AE6872}" dt="2026-08-16T14:20:00.396" v="3139" actId="20577"/>
          <ac:spMkLst>
            <pc:docMk/>
            <pc:sldMk cId="3011695780" sldId="376"/>
            <ac:spMk id="3" creationId="{74705B09-A78A-0E36-24CB-B7FE24E1599C}"/>
          </ac:spMkLst>
        </pc:spChg>
        <pc:spChg chg="mod">
          <ac:chgData name="Amoz Pay" userId="S::amoz1.pay@supinfo.com::4d2f8cb2-b070-4ae8-bcd7-1f67ea500ae8" providerId="AD" clId="Web-{06CAF09F-6A78-8E7C-DF42-25AAA5AE6872}" dt="2026-08-16T10:38:58.667" v="2589" actId="20577"/>
          <ac:spMkLst>
            <pc:docMk/>
            <pc:sldMk cId="3011695780" sldId="376"/>
            <ac:spMk id="4" creationId="{F6E7ADAC-7989-972F-7D86-D27D1CFD3D43}"/>
          </ac:spMkLst>
        </pc:spChg>
        <pc:spChg chg="mod">
          <ac:chgData name="Amoz Pay" userId="S::amoz1.pay@supinfo.com::4d2f8cb2-b070-4ae8-bcd7-1f67ea500ae8" providerId="AD" clId="Web-{06CAF09F-6A78-8E7C-DF42-25AAA5AE6872}" dt="2026-08-16T10:40:41.468" v="2621" actId="20577"/>
          <ac:spMkLst>
            <pc:docMk/>
            <pc:sldMk cId="3011695780" sldId="376"/>
            <ac:spMk id="6" creationId="{C0976297-7603-F86F-DFFA-B32C599C8CF0}"/>
          </ac:spMkLst>
        </pc:spChg>
      </pc:sldChg>
      <pc:sldChg chg="modSp add replId">
        <pc:chgData name="Amoz Pay" userId="S::amoz1.pay@supinfo.com::4d2f8cb2-b070-4ae8-bcd7-1f67ea500ae8" providerId="AD" clId="Web-{06CAF09F-6A78-8E7C-DF42-25AAA5AE6872}" dt="2026-08-16T14:20:11.693" v="3140" actId="20577"/>
        <pc:sldMkLst>
          <pc:docMk/>
          <pc:sldMk cId="1317289677" sldId="377"/>
        </pc:sldMkLst>
        <pc:spChg chg="mod">
          <ac:chgData name="Amoz Pay" userId="S::amoz1.pay@supinfo.com::4d2f8cb2-b070-4ae8-bcd7-1f67ea500ae8" providerId="AD" clId="Web-{06CAF09F-6A78-8E7C-DF42-25AAA5AE6872}" dt="2026-08-16T11:19:30.393" v="2841" actId="20577"/>
          <ac:spMkLst>
            <pc:docMk/>
            <pc:sldMk cId="1317289677" sldId="377"/>
            <ac:spMk id="2" creationId="{3446F87F-2252-9638-F364-158D21F423F6}"/>
          </ac:spMkLst>
        </pc:spChg>
        <pc:spChg chg="mod">
          <ac:chgData name="Amoz Pay" userId="S::amoz1.pay@supinfo.com::4d2f8cb2-b070-4ae8-bcd7-1f67ea500ae8" providerId="AD" clId="Web-{06CAF09F-6A78-8E7C-DF42-25AAA5AE6872}" dt="2026-08-16T14:20:11.693" v="3140" actId="20577"/>
          <ac:spMkLst>
            <pc:docMk/>
            <pc:sldMk cId="1317289677" sldId="377"/>
            <ac:spMk id="3" creationId="{4A087EB1-F71D-A97F-C2EB-F680CB16E050}"/>
          </ac:spMkLst>
        </pc:spChg>
        <pc:spChg chg="mod">
          <ac:chgData name="Amoz Pay" userId="S::amoz1.pay@supinfo.com::4d2f8cb2-b070-4ae8-bcd7-1f67ea500ae8" providerId="AD" clId="Web-{06CAF09F-6A78-8E7C-DF42-25AAA5AE6872}" dt="2026-08-16T11:07:46.606" v="2783" actId="20577"/>
          <ac:spMkLst>
            <pc:docMk/>
            <pc:sldMk cId="1317289677" sldId="377"/>
            <ac:spMk id="4" creationId="{434DA95F-C08E-67A2-C631-32EF6C497974}"/>
          </ac:spMkLst>
        </pc:spChg>
        <pc:spChg chg="mod">
          <ac:chgData name="Amoz Pay" userId="S::amoz1.pay@supinfo.com::4d2f8cb2-b070-4ae8-bcd7-1f67ea500ae8" providerId="AD" clId="Web-{06CAF09F-6A78-8E7C-DF42-25AAA5AE6872}" dt="2026-08-16T11:08:37.467" v="2800" actId="20577"/>
          <ac:spMkLst>
            <pc:docMk/>
            <pc:sldMk cId="1317289677" sldId="377"/>
            <ac:spMk id="6" creationId="{D5D97B6D-3A9A-5FA5-FBD0-3673C2052ADD}"/>
          </ac:spMkLst>
        </pc:spChg>
      </pc:sldChg>
      <pc:sldChg chg="modSp add ord replId">
        <pc:chgData name="Amoz Pay" userId="S::amoz1.pay@supinfo.com::4d2f8cb2-b070-4ae8-bcd7-1f67ea500ae8" providerId="AD" clId="Web-{06CAF09F-6A78-8E7C-DF42-25AAA5AE6872}" dt="2026-08-16T14:20:18.490" v="3142" actId="20577"/>
        <pc:sldMkLst>
          <pc:docMk/>
          <pc:sldMk cId="3758975641" sldId="378"/>
        </pc:sldMkLst>
        <pc:spChg chg="mod">
          <ac:chgData name="Amoz Pay" userId="S::amoz1.pay@supinfo.com::4d2f8cb2-b070-4ae8-bcd7-1f67ea500ae8" providerId="AD" clId="Web-{06CAF09F-6A78-8E7C-DF42-25AAA5AE6872}" dt="2026-08-16T11:24:51.328" v="3004" actId="20577"/>
          <ac:spMkLst>
            <pc:docMk/>
            <pc:sldMk cId="3758975641" sldId="378"/>
            <ac:spMk id="2" creationId="{7817692F-51CE-26FB-B24F-60423C065D34}"/>
          </ac:spMkLst>
        </pc:spChg>
        <pc:spChg chg="mod">
          <ac:chgData name="Amoz Pay" userId="S::amoz1.pay@supinfo.com::4d2f8cb2-b070-4ae8-bcd7-1f67ea500ae8" providerId="AD" clId="Web-{06CAF09F-6A78-8E7C-DF42-25AAA5AE6872}" dt="2026-08-16T14:20:18.490" v="3142" actId="20577"/>
          <ac:spMkLst>
            <pc:docMk/>
            <pc:sldMk cId="3758975641" sldId="378"/>
            <ac:spMk id="3" creationId="{54DA8FC3-4D7D-E564-09F2-1DC520AB3147}"/>
          </ac:spMkLst>
        </pc:spChg>
        <pc:spChg chg="mod">
          <ac:chgData name="Amoz Pay" userId="S::amoz1.pay@supinfo.com::4d2f8cb2-b070-4ae8-bcd7-1f67ea500ae8" providerId="AD" clId="Web-{06CAF09F-6A78-8E7C-DF42-25AAA5AE6872}" dt="2026-08-16T11:18:30.766" v="2812" actId="20577"/>
          <ac:spMkLst>
            <pc:docMk/>
            <pc:sldMk cId="3758975641" sldId="378"/>
            <ac:spMk id="4" creationId="{55A81E3D-3C72-9C82-8724-7147D400B341}"/>
          </ac:spMkLst>
        </pc:spChg>
      </pc:sldChg>
      <pc:sldChg chg="modSp add replId">
        <pc:chgData name="Amoz Pay" userId="S::amoz1.pay@supinfo.com::4d2f8cb2-b070-4ae8-bcd7-1f67ea500ae8" providerId="AD" clId="Web-{06CAF09F-6A78-8E7C-DF42-25AAA5AE6872}" dt="2026-08-16T14:20:21.834" v="3143" actId="20577"/>
        <pc:sldMkLst>
          <pc:docMk/>
          <pc:sldMk cId="829394732" sldId="379"/>
        </pc:sldMkLst>
        <pc:spChg chg="mod">
          <ac:chgData name="Amoz Pay" userId="S::amoz1.pay@supinfo.com::4d2f8cb2-b070-4ae8-bcd7-1f67ea500ae8" providerId="AD" clId="Web-{06CAF09F-6A78-8E7C-DF42-25AAA5AE6872}" dt="2026-08-16T11:25:05.548" v="3006" actId="20577"/>
          <ac:spMkLst>
            <pc:docMk/>
            <pc:sldMk cId="829394732" sldId="379"/>
            <ac:spMk id="2" creationId="{7A561897-5244-5177-724B-00A12C093288}"/>
          </ac:spMkLst>
        </pc:spChg>
        <pc:spChg chg="mod">
          <ac:chgData name="Amoz Pay" userId="S::amoz1.pay@supinfo.com::4d2f8cb2-b070-4ae8-bcd7-1f67ea500ae8" providerId="AD" clId="Web-{06CAF09F-6A78-8E7C-DF42-25AAA5AE6872}" dt="2026-08-16T14:20:21.834" v="3143" actId="20577"/>
          <ac:spMkLst>
            <pc:docMk/>
            <pc:sldMk cId="829394732" sldId="379"/>
            <ac:spMk id="3" creationId="{647F2754-0DE2-883F-88A4-FA6556EE5E50}"/>
          </ac:spMkLst>
        </pc:spChg>
        <pc:spChg chg="mod">
          <ac:chgData name="Amoz Pay" userId="S::amoz1.pay@supinfo.com::4d2f8cb2-b070-4ae8-bcd7-1f67ea500ae8" providerId="AD" clId="Web-{06CAF09F-6A78-8E7C-DF42-25AAA5AE6872}" dt="2026-08-16T11:21:38.398" v="2922" actId="20577"/>
          <ac:spMkLst>
            <pc:docMk/>
            <pc:sldMk cId="829394732" sldId="379"/>
            <ac:spMk id="4" creationId="{22851122-054D-8C36-0414-180001BA484D}"/>
          </ac:spMkLst>
        </pc:spChg>
        <pc:spChg chg="mod">
          <ac:chgData name="Amoz Pay" userId="S::amoz1.pay@supinfo.com::4d2f8cb2-b070-4ae8-bcd7-1f67ea500ae8" providerId="AD" clId="Web-{06CAF09F-6A78-8E7C-DF42-25AAA5AE6872}" dt="2026-08-16T11:23:13.746" v="2939" actId="20577"/>
          <ac:spMkLst>
            <pc:docMk/>
            <pc:sldMk cId="829394732" sldId="379"/>
            <ac:spMk id="6" creationId="{809252CA-7785-73B0-B104-EA6AF9D2BA27}"/>
          </ac:spMkLst>
        </pc:spChg>
      </pc:sldChg>
      <pc:sldChg chg="modSp add del replId">
        <pc:chgData name="Amoz Pay" userId="S::amoz1.pay@supinfo.com::4d2f8cb2-b070-4ae8-bcd7-1f67ea500ae8" providerId="AD" clId="Web-{06CAF09F-6A78-8E7C-DF42-25AAA5AE6872}" dt="2026-08-16T14:31:27.203" v="3301"/>
        <pc:sldMkLst>
          <pc:docMk/>
          <pc:sldMk cId="3503968187" sldId="380"/>
        </pc:sldMkLst>
        <pc:spChg chg="mod">
          <ac:chgData name="Amoz Pay" userId="S::amoz1.pay@supinfo.com::4d2f8cb2-b070-4ae8-bcd7-1f67ea500ae8" providerId="AD" clId="Web-{06CAF09F-6A78-8E7C-DF42-25AAA5AE6872}" dt="2026-08-16T14:18:36.565" v="3096" actId="20577"/>
          <ac:spMkLst>
            <pc:docMk/>
            <pc:sldMk cId="3503968187" sldId="380"/>
            <ac:spMk id="2" creationId="{65FB928D-4E33-F470-221C-8283BA01CFB2}"/>
          </ac:spMkLst>
        </pc:spChg>
      </pc:sldChg>
      <pc:sldChg chg="modSp add replId">
        <pc:chgData name="Amoz Pay" userId="S::amoz1.pay@supinfo.com::4d2f8cb2-b070-4ae8-bcd7-1f67ea500ae8" providerId="AD" clId="Web-{06CAF09F-6A78-8E7C-DF42-25AAA5AE6872}" dt="2026-08-16T14:19:02.534" v="3120" actId="20577"/>
        <pc:sldMkLst>
          <pc:docMk/>
          <pc:sldMk cId="2678354831" sldId="381"/>
        </pc:sldMkLst>
        <pc:spChg chg="mod">
          <ac:chgData name="Amoz Pay" userId="S::amoz1.pay@supinfo.com::4d2f8cb2-b070-4ae8-bcd7-1f67ea500ae8" providerId="AD" clId="Web-{06CAF09F-6A78-8E7C-DF42-25AAA5AE6872}" dt="2026-08-16T14:19:02.534" v="3120" actId="20577"/>
          <ac:spMkLst>
            <pc:docMk/>
            <pc:sldMk cId="2678354831" sldId="381"/>
            <ac:spMk id="3" creationId="{88578F9A-CD56-EBE1-45A0-27832265D479}"/>
          </ac:spMkLst>
        </pc:spChg>
      </pc:sldChg>
      <pc:sldChg chg="modSp add del replId">
        <pc:chgData name="Amoz Pay" userId="S::amoz1.pay@supinfo.com::4d2f8cb2-b070-4ae8-bcd7-1f67ea500ae8" providerId="AD" clId="Web-{06CAF09F-6A78-8E7C-DF42-25AAA5AE6872}" dt="2026-08-16T14:31:28.531" v="3302"/>
        <pc:sldMkLst>
          <pc:docMk/>
          <pc:sldMk cId="1954156981" sldId="382"/>
        </pc:sldMkLst>
        <pc:spChg chg="mod">
          <ac:chgData name="Amoz Pay" userId="S::amoz1.pay@supinfo.com::4d2f8cb2-b070-4ae8-bcd7-1f67ea500ae8" providerId="AD" clId="Web-{06CAF09F-6A78-8E7C-DF42-25AAA5AE6872}" dt="2026-08-16T14:18:56.597" v="3119" actId="20577"/>
          <ac:spMkLst>
            <pc:docMk/>
            <pc:sldMk cId="1954156981" sldId="382"/>
            <ac:spMk id="2" creationId="{2EB908E5-F2EB-CE92-3803-E5F75CEEA9ED}"/>
          </ac:spMkLst>
        </pc:spChg>
      </pc:sldChg>
      <pc:sldChg chg="add replId">
        <pc:chgData name="Amoz Pay" userId="S::amoz1.pay@supinfo.com::4d2f8cb2-b070-4ae8-bcd7-1f67ea500ae8" providerId="AD" clId="Web-{06CAF09F-6A78-8E7C-DF42-25AAA5AE6872}" dt="2026-08-16T14:39:03.329" v="3562"/>
        <pc:sldMkLst>
          <pc:docMk/>
          <pc:sldMk cId="4291534646" sldId="384"/>
        </pc:sldMkLst>
      </pc:sldChg>
      <pc:sldChg chg="modSp add replId">
        <pc:chgData name="Amoz Pay" userId="S::amoz1.pay@supinfo.com::4d2f8cb2-b070-4ae8-bcd7-1f67ea500ae8" providerId="AD" clId="Web-{06CAF09F-6A78-8E7C-DF42-25AAA5AE6872}" dt="2026-08-16T14:47:55.146" v="3728" actId="20577"/>
        <pc:sldMkLst>
          <pc:docMk/>
          <pc:sldMk cId="2282143871" sldId="385"/>
        </pc:sldMkLst>
        <pc:spChg chg="mod">
          <ac:chgData name="Amoz Pay" userId="S::amoz1.pay@supinfo.com::4d2f8cb2-b070-4ae8-bcd7-1f67ea500ae8" providerId="AD" clId="Web-{06CAF09F-6A78-8E7C-DF42-25AAA5AE6872}" dt="2026-08-16T14:47:55.146" v="3728" actId="20577"/>
          <ac:spMkLst>
            <pc:docMk/>
            <pc:sldMk cId="2282143871" sldId="385"/>
            <ac:spMk id="2" creationId="{A0DA975B-D720-C524-30C2-806BE828781C}"/>
          </ac:spMkLst>
        </pc:spChg>
        <pc:spChg chg="mod">
          <ac:chgData name="Amoz Pay" userId="S::amoz1.pay@supinfo.com::4d2f8cb2-b070-4ae8-bcd7-1f67ea500ae8" providerId="AD" clId="Web-{06CAF09F-6A78-8E7C-DF42-25AAA5AE6872}" dt="2026-08-16T14:46:21.439" v="3610" actId="1076"/>
          <ac:spMkLst>
            <pc:docMk/>
            <pc:sldMk cId="2282143871" sldId="385"/>
            <ac:spMk id="6" creationId="{FDD8094F-FB32-25E1-478C-43A7A3AF04ED}"/>
          </ac:spMkLst>
        </pc:spChg>
      </pc:sldChg>
    </pc:docChg>
  </pc:docChgLst>
  <pc:docChgLst>
    <pc:chgData name="Amoz Pay" userId="S::amoz1.pay@supinfo.com::4d2f8cb2-b070-4ae8-bcd7-1f67ea500ae8" providerId="AD" clId="Web-{B49EE323-9B28-11A3-C6D6-1B18CAC40CA6}"/>
    <pc:docChg chg="addSld modSld">
      <pc:chgData name="Amoz Pay" userId="S::amoz1.pay@supinfo.com::4d2f8cb2-b070-4ae8-bcd7-1f67ea500ae8" providerId="AD" clId="Web-{B49EE323-9B28-11A3-C6D6-1B18CAC40CA6}" dt="2026-08-10T19:09:54.818" v="1091" actId="20577"/>
      <pc:docMkLst>
        <pc:docMk/>
      </pc:docMkLst>
      <pc:sldChg chg="modSp">
        <pc:chgData name="Amoz Pay" userId="S::amoz1.pay@supinfo.com::4d2f8cb2-b070-4ae8-bcd7-1f67ea500ae8" providerId="AD" clId="Web-{B49EE323-9B28-11A3-C6D6-1B18CAC40CA6}" dt="2026-08-10T19:08:13.845" v="1066" actId="20577"/>
        <pc:sldMkLst>
          <pc:docMk/>
          <pc:sldMk cId="3129097085" sldId="263"/>
        </pc:sldMkLst>
        <pc:spChg chg="mod">
          <ac:chgData name="Amoz Pay" userId="S::amoz1.pay@supinfo.com::4d2f8cb2-b070-4ae8-bcd7-1f67ea500ae8" providerId="AD" clId="Web-{B49EE323-9B28-11A3-C6D6-1B18CAC40CA6}" dt="2026-08-10T19:08:13.845" v="1066" actId="20577"/>
          <ac:spMkLst>
            <pc:docMk/>
            <pc:sldMk cId="3129097085" sldId="263"/>
            <ac:spMk id="3" creationId="{3C3DD7B0-B0A8-8FDB-52AB-3930D01F1718}"/>
          </ac:spMkLst>
        </pc:spChg>
      </pc:sldChg>
    </pc:docChg>
  </pc:docChgLst>
  <pc:docChgLst>
    <pc:chgData name="Amoz Pay" userId="S::amoz1.pay@supinfo.com::4d2f8cb2-b070-4ae8-bcd7-1f67ea500ae8" providerId="AD" clId="Web-{64AA404F-EE2C-B1CA-18CF-0FCDEFD80442}"/>
    <pc:docChg chg="addSld delSld modSld sldOrd">
      <pc:chgData name="Amoz Pay" userId="S::amoz1.pay@supinfo.com::4d2f8cb2-b070-4ae8-bcd7-1f67ea500ae8" providerId="AD" clId="Web-{64AA404F-EE2C-B1CA-18CF-0FCDEFD80442}" dt="2026-08-15T10:10:18.967" v="1110" actId="20577"/>
      <pc:docMkLst>
        <pc:docMk/>
      </pc:docMkLst>
    </pc:docChg>
  </pc:docChgLst>
  <pc:docChgLst>
    <pc:chgData name="Amoz Pay" userId="S::amoz1.pay@supinfo.com::4d2f8cb2-b070-4ae8-bcd7-1f67ea500ae8" providerId="AD" clId="Web-{0C84E210-C5C2-C298-8991-FF81191A6FC2}"/>
    <pc:docChg chg="delSld">
      <pc:chgData name="Amoz Pay" userId="S::amoz1.pay@supinfo.com::4d2f8cb2-b070-4ae8-bcd7-1f67ea500ae8" providerId="AD" clId="Web-{0C84E210-C5C2-C298-8991-FF81191A6FC2}" dt="2026-08-18T15:11:04.454" v="0"/>
      <pc:docMkLst>
        <pc:docMk/>
      </pc:docMkLst>
      <pc:sldChg chg="del">
        <pc:chgData name="Amoz Pay" userId="S::amoz1.pay@supinfo.com::4d2f8cb2-b070-4ae8-bcd7-1f67ea500ae8" providerId="AD" clId="Web-{0C84E210-C5C2-C298-8991-FF81191A6FC2}" dt="2026-08-18T15:11:04.454" v="0"/>
        <pc:sldMkLst>
          <pc:docMk/>
          <pc:sldMk cId="983276694" sldId="358"/>
        </pc:sldMkLst>
      </pc:sldChg>
    </pc:docChg>
  </pc:docChgLst>
  <pc:docChgLst>
    <pc:chgData name="Amoz Pay" userId="S::amoz1.pay@supinfo.com::4d2f8cb2-b070-4ae8-bcd7-1f67ea500ae8" providerId="AD" clId="Web-{5B04AAA4-6683-4663-5265-3BE0F0FB9D7E}"/>
    <pc:docChg chg="addSld delSld modSld sldOrd">
      <pc:chgData name="Amoz Pay" userId="S::amoz1.pay@supinfo.com::4d2f8cb2-b070-4ae8-bcd7-1f67ea500ae8" providerId="AD" clId="Web-{5B04AAA4-6683-4663-5265-3BE0F0FB9D7E}" dt="2026-08-03T15:22:23.849" v="35"/>
      <pc:docMkLst>
        <pc:docMk/>
      </pc:docMkLst>
      <pc:sldChg chg="modSp">
        <pc:chgData name="Amoz Pay" userId="S::amoz1.pay@supinfo.com::4d2f8cb2-b070-4ae8-bcd7-1f67ea500ae8" providerId="AD" clId="Web-{5B04AAA4-6683-4663-5265-3BE0F0FB9D7E}" dt="2026-08-03T15:21:49.067" v="4" actId="20577"/>
        <pc:sldMkLst>
          <pc:docMk/>
          <pc:sldMk cId="3619379987" sldId="259"/>
        </pc:sldMkLst>
        <pc:spChg chg="mod">
          <ac:chgData name="Amoz Pay" userId="S::amoz1.pay@supinfo.com::4d2f8cb2-b070-4ae8-bcd7-1f67ea500ae8" providerId="AD" clId="Web-{5B04AAA4-6683-4663-5265-3BE0F0FB9D7E}" dt="2026-08-03T15:21:49.067" v="4" actId="20577"/>
          <ac:spMkLst>
            <pc:docMk/>
            <pc:sldMk cId="3619379987" sldId="259"/>
            <ac:spMk id="2" creationId="{43BC06DC-4D1A-B2CB-5A63-A1C912BA9509}"/>
          </ac:spMkLst>
        </pc:spChg>
      </pc:sldChg>
      <pc:sldChg chg="modSp">
        <pc:chgData name="Amoz Pay" userId="S::amoz1.pay@supinfo.com::4d2f8cb2-b070-4ae8-bcd7-1f67ea500ae8" providerId="AD" clId="Web-{5B04AAA4-6683-4663-5265-3BE0F0FB9D7E}" dt="2026-08-03T15:21:53.676" v="7" actId="20577"/>
        <pc:sldMkLst>
          <pc:docMk/>
          <pc:sldMk cId="3129097085" sldId="263"/>
        </pc:sldMkLst>
        <pc:spChg chg="mod">
          <ac:chgData name="Amoz Pay" userId="S::amoz1.pay@supinfo.com::4d2f8cb2-b070-4ae8-bcd7-1f67ea500ae8" providerId="AD" clId="Web-{5B04AAA4-6683-4663-5265-3BE0F0FB9D7E}" dt="2026-08-03T15:21:53.676" v="7" actId="20577"/>
          <ac:spMkLst>
            <pc:docMk/>
            <pc:sldMk cId="3129097085" sldId="263"/>
            <ac:spMk id="3" creationId="{3C3DD7B0-B0A8-8FDB-52AB-3930D01F1718}"/>
          </ac:spMkLst>
        </pc:spChg>
      </pc:sldChg>
      <pc:sldChg chg="ord">
        <pc:chgData name="Amoz Pay" userId="S::amoz1.pay@supinfo.com::4d2f8cb2-b070-4ae8-bcd7-1f67ea500ae8" providerId="AD" clId="Web-{5B04AAA4-6683-4663-5265-3BE0F0FB9D7E}" dt="2026-08-03T15:22:23.849" v="35"/>
        <pc:sldMkLst>
          <pc:docMk/>
          <pc:sldMk cId="779615978" sldId="29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44D0C-1CB1-E645-87B8-5887239B9ECD}" type="datetimeFigureOut">
              <a:rPr lang="fr-FR" smtClean="0"/>
              <a:t>18/08/2026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9A1237-63C0-2149-90AD-33FFCF7C857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762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ecture title"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E35FED-2507-6347-9B57-3FF5AFCD8E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Lecture title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D8B847-1B82-BE49-A9A7-C3023CD2D5C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Course Name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C7D63E0-5705-23E4-9223-C7EC73F93C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3200" y="5454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407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 descr="Menu avec un remplissage uni">
            <a:extLst>
              <a:ext uri="{FF2B5EF4-FFF2-40B4-BE49-F238E27FC236}">
                <a16:creationId xmlns:a16="http://schemas.microsoft.com/office/drawing/2014/main" id="{6A612DC0-9BAA-7241-FF6D-0BB72E89AE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40000" y="5040000"/>
            <a:ext cx="1080000" cy="1080000"/>
          </a:xfrm>
          <a:prstGeom prst="rect">
            <a:avLst/>
          </a:prstGeom>
        </p:spPr>
      </p:pic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43A07EE0-044C-8744-BB44-5D91F7B730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1850" y="396327"/>
            <a:ext cx="10688150" cy="914400"/>
          </a:xfrm>
        </p:spPr>
        <p:txBody>
          <a:bodyPr>
            <a:normAutofit/>
          </a:bodyPr>
          <a:lstStyle>
            <a:lvl1pPr>
              <a:defRPr lang="fr-FR" sz="3200" i="1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fr-FR" sz="1800" smtClean="0"/>
            </a:lvl2pPr>
            <a:lvl3pPr>
              <a:defRPr lang="fr-FR" sz="1800" smtClean="0"/>
            </a:lvl3pPr>
            <a:lvl4pPr>
              <a:defRPr lang="fr-FR" smtClean="0"/>
            </a:lvl4pPr>
            <a:lvl5pPr>
              <a:defRPr lang="en-US"/>
            </a:lvl5pPr>
          </a:lstStyle>
          <a:p>
            <a:pPr marL="0" lvl="0" algn="ctr">
              <a:spcBef>
                <a:spcPct val="0"/>
              </a:spcBef>
              <a:buNone/>
            </a:pPr>
            <a:r>
              <a:rPr lang="en-US" noProof="0"/>
              <a:t>Summary</a:t>
            </a:r>
          </a:p>
        </p:txBody>
      </p:sp>
      <p:sp>
        <p:nvSpPr>
          <p:cNvPr id="3" name="Espace réservé du texte 18">
            <a:extLst>
              <a:ext uri="{FF2B5EF4-FFF2-40B4-BE49-F238E27FC236}">
                <a16:creationId xmlns:a16="http://schemas.microsoft.com/office/drawing/2014/main" id="{7023B183-7C64-4236-1FC6-B1766351D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4550" y="2559496"/>
            <a:ext cx="10688150" cy="3560504"/>
          </a:xfrm>
        </p:spPr>
        <p:txBody>
          <a:bodyPr>
            <a:normAutofit/>
          </a:bodyPr>
          <a:lstStyle>
            <a:lvl1pPr>
              <a:defRPr lang="fr-FR" sz="36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fr-FR" sz="1800" dirty="0" smtClean="0">
                <a:solidFill>
                  <a:schemeClr val="bg1"/>
                </a:solidFill>
              </a:defRPr>
            </a:lvl2pPr>
            <a:lvl3pPr>
              <a:defRPr lang="fr-FR" sz="1800" dirty="0" smtClean="0">
                <a:solidFill>
                  <a:schemeClr val="bg1"/>
                </a:solidFill>
              </a:defRPr>
            </a:lvl3pPr>
            <a:lvl4pPr>
              <a:defRPr lang="fr-FR" dirty="0" smtClean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marL="742950" lvl="0" indent="-742950">
              <a:spcBef>
                <a:spcPct val="0"/>
              </a:spcBef>
              <a:buAutoNum type="arabicPeriod"/>
            </a:pPr>
            <a:r>
              <a:rPr lang="en-US" noProof="0"/>
              <a:t>Chapter 1</a:t>
            </a:r>
          </a:p>
          <a:p>
            <a:pPr marL="742950" lvl="0" indent="-742950">
              <a:spcBef>
                <a:spcPct val="0"/>
              </a:spcBef>
              <a:buAutoNum type="arabicPeriod"/>
            </a:pPr>
            <a:r>
              <a:rPr lang="en-US" noProof="0"/>
              <a:t>Chapter 2</a:t>
            </a:r>
          </a:p>
        </p:txBody>
      </p:sp>
    </p:spTree>
    <p:extLst>
      <p:ext uri="{BB962C8B-B14F-4D97-AF65-F5344CB8AC3E}">
        <p14:creationId xmlns:p14="http://schemas.microsoft.com/office/powerpoint/2010/main" val="2310446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"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9">
            <a:extLst>
              <a:ext uri="{FF2B5EF4-FFF2-40B4-BE49-F238E27FC236}">
                <a16:creationId xmlns:a16="http://schemas.microsoft.com/office/drawing/2014/main" id="{D91D57AC-C4F7-1020-1370-E36014B9CA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4550" y="1786740"/>
            <a:ext cx="10515600" cy="2851200"/>
          </a:xfrm>
        </p:spPr>
        <p:txBody>
          <a:bodyPr anchor="b" anchorCtr="0">
            <a:normAutofit lnSpcReduction="10000"/>
          </a:bodyPr>
          <a:lstStyle>
            <a:lvl1pPr marL="0" indent="0">
              <a:buNone/>
              <a:defRPr lang="fr-FR" sz="54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fr-FR" sz="2800" dirty="0" smtClean="0">
                <a:solidFill>
                  <a:schemeClr val="bg1"/>
                </a:solidFill>
              </a:defRPr>
            </a:lvl2pPr>
            <a:lvl3pPr>
              <a:defRPr lang="fr-FR" sz="1800" dirty="0" smtClean="0">
                <a:solidFill>
                  <a:schemeClr val="bg1"/>
                </a:solidFill>
              </a:defRPr>
            </a:lvl3pPr>
            <a:lvl4pPr>
              <a:defRPr lang="fr-FR" dirty="0" smtClean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marL="914400" lvl="0" indent="-914400">
              <a:spcBef>
                <a:spcPct val="0"/>
              </a:spcBef>
              <a:buAutoNum type="arabicPeriod"/>
            </a:pPr>
            <a:r>
              <a:rPr lang="en-US" noProof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1234051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3841B2-2299-484D-98D4-2509FDD87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6669"/>
            <a:ext cx="10515600" cy="40002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7F3535-31CB-2243-9FD7-D6385CE3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en-US" noProof="0" smtClean="0"/>
              <a:t>8/18/2026</a:t>
            </a:fld>
            <a:endParaRPr lang="en-US" noProof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828F9A-0BE6-2040-B200-CA9AD150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Course title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53960E-7BA0-5744-B871-2625A924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10" name="Picture 4" descr="Le Groupe IONIS renforce son leadership dans les formations tech avec la  reprise de Supinfo - Newsroom IONIS Group">
            <a:extLst>
              <a:ext uri="{FF2B5EF4-FFF2-40B4-BE49-F238E27FC236}">
                <a16:creationId xmlns:a16="http://schemas.microsoft.com/office/drawing/2014/main" id="{6660FFC0-CE37-D2DA-C64C-88282943FA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262" y="186359"/>
            <a:ext cx="757859" cy="7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texte 14">
            <a:extLst>
              <a:ext uri="{FF2B5EF4-FFF2-40B4-BE49-F238E27FC236}">
                <a16:creationId xmlns:a16="http://schemas.microsoft.com/office/drawing/2014/main" id="{1CBCEF23-0CBA-1770-DAC7-928349B3A9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84352"/>
            <a:ext cx="10508974" cy="569275"/>
          </a:xfrm>
        </p:spPr>
        <p:txBody>
          <a:bodyPr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1. Chapter title</a:t>
            </a:r>
          </a:p>
        </p:txBody>
      </p:sp>
      <p:sp>
        <p:nvSpPr>
          <p:cNvPr id="7" name="Espace réservé du texte 18">
            <a:extLst>
              <a:ext uri="{FF2B5EF4-FFF2-40B4-BE49-F238E27FC236}">
                <a16:creationId xmlns:a16="http://schemas.microsoft.com/office/drawing/2014/main" id="{722D75D0-2F96-A6F3-E7ED-20E4539A02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352782"/>
            <a:ext cx="10441597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 b="1" dirty="0"/>
            </a:lvl1pPr>
          </a:lstStyle>
          <a:p>
            <a:pPr marL="0" lvl="0"/>
            <a:r>
              <a:rPr lang="en-US" noProof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697491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52425-B188-F44E-AE00-4A68E5EA4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76669"/>
            <a:ext cx="5181600" cy="400029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1B7208-E02E-5B44-B5B0-8F7E4329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76667"/>
            <a:ext cx="5181600" cy="400029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479033-F7B2-3340-AA42-C9315CC6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en-US" noProof="0" smtClean="0"/>
              <a:t>8/18/2026</a:t>
            </a:fld>
            <a:endParaRPr lang="en-US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C51178-4562-B14F-81E9-EEB57190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CB1059-2BD2-DE48-8A78-A1F0952E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10" name="Picture 4" descr="Le Groupe IONIS renforce son leadership dans les formations tech avec la  reprise de Supinfo - Newsroom IONIS Group">
            <a:extLst>
              <a:ext uri="{FF2B5EF4-FFF2-40B4-BE49-F238E27FC236}">
                <a16:creationId xmlns:a16="http://schemas.microsoft.com/office/drawing/2014/main" id="{A92302A2-2F30-4395-7531-E36188D0A2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262" y="186359"/>
            <a:ext cx="757859" cy="7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Espace réservé du texte 14">
            <a:extLst>
              <a:ext uri="{FF2B5EF4-FFF2-40B4-BE49-F238E27FC236}">
                <a16:creationId xmlns:a16="http://schemas.microsoft.com/office/drawing/2014/main" id="{1CCD0D53-B6A8-F19A-90D8-BB615B0207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84352"/>
            <a:ext cx="10508974" cy="569275"/>
          </a:xfrm>
        </p:spPr>
        <p:txBody>
          <a:bodyPr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1. Chapter title</a:t>
            </a:r>
          </a:p>
        </p:txBody>
      </p:sp>
      <p:sp>
        <p:nvSpPr>
          <p:cNvPr id="15" name="Espace réservé du texte 18">
            <a:extLst>
              <a:ext uri="{FF2B5EF4-FFF2-40B4-BE49-F238E27FC236}">
                <a16:creationId xmlns:a16="http://schemas.microsoft.com/office/drawing/2014/main" id="{39628C7C-5050-F3BB-3DD1-A7C9629DCA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352782"/>
            <a:ext cx="10441597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 b="1" dirty="0"/>
            </a:lvl1pPr>
          </a:lstStyle>
          <a:p>
            <a:pPr marL="0" lvl="0"/>
            <a:r>
              <a:rPr lang="en-US" noProof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413048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-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C96ECA-9486-6E4B-B4BC-7E76B34E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en-US" noProof="0" smtClean="0"/>
              <a:t>8/18/2026</a:t>
            </a:fld>
            <a:endParaRPr lang="en-US" noProof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8B4D8AF-4BB6-934B-A379-CBF84C9A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8E009D-38CE-D34C-82BA-3182CA4F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8" name="Picture 4" descr="Le Groupe IONIS renforce son leadership dans les formations tech avec la  reprise de Supinfo - Newsroom IONIS Group">
            <a:extLst>
              <a:ext uri="{FF2B5EF4-FFF2-40B4-BE49-F238E27FC236}">
                <a16:creationId xmlns:a16="http://schemas.microsoft.com/office/drawing/2014/main" id="{BFB9A735-A638-52B7-D68B-A96CEE779E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262" y="186359"/>
            <a:ext cx="757859" cy="7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Espace réservé du texte 14">
            <a:extLst>
              <a:ext uri="{FF2B5EF4-FFF2-40B4-BE49-F238E27FC236}">
                <a16:creationId xmlns:a16="http://schemas.microsoft.com/office/drawing/2014/main" id="{30ABB380-A5C2-B98F-AC5D-2B66EA3EA7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84352"/>
            <a:ext cx="10508974" cy="569275"/>
          </a:xfrm>
        </p:spPr>
        <p:txBody>
          <a:bodyPr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1. Chapter title</a:t>
            </a:r>
          </a:p>
        </p:txBody>
      </p:sp>
      <p:sp>
        <p:nvSpPr>
          <p:cNvPr id="14" name="Espace réservé du texte 18">
            <a:extLst>
              <a:ext uri="{FF2B5EF4-FFF2-40B4-BE49-F238E27FC236}">
                <a16:creationId xmlns:a16="http://schemas.microsoft.com/office/drawing/2014/main" id="{DE53F5EF-F998-643E-58EE-4D0B72403D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352782"/>
            <a:ext cx="10441597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 b="1" dirty="0"/>
            </a:lvl1pPr>
          </a:lstStyle>
          <a:p>
            <a:pPr marL="0" lvl="0"/>
            <a:r>
              <a:rPr lang="en-US" noProof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585514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844418-3E68-CA4E-AC8C-9D66D925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en-US" noProof="0" smtClean="0"/>
              <a:t>8/18/2026</a:t>
            </a:fld>
            <a:endParaRPr lang="en-US" noProof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CD285BC-A399-C24D-9863-55D71A82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BC877D-0D91-8442-9A72-AF3420B9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5" name="Picture 4" descr="Le Groupe IONIS renforce son leadership dans les formations tech avec la  reprise de Supinfo - Newsroom IONIS Group">
            <a:extLst>
              <a:ext uri="{FF2B5EF4-FFF2-40B4-BE49-F238E27FC236}">
                <a16:creationId xmlns:a16="http://schemas.microsoft.com/office/drawing/2014/main" id="{4DADE6D4-7698-3109-FF0C-06AFA9253A2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262" y="186359"/>
            <a:ext cx="757859" cy="7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0732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- Sid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A9CD95-5780-714B-A453-63A2F3456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D7CA0C-E415-F14F-9EF8-44A9C7CBE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697766-D919-5247-A55B-2A12BA74B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en-US" noProof="0" smtClean="0"/>
              <a:t>8/18/2026</a:t>
            </a:fld>
            <a:endParaRPr lang="en-US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B77295-5D11-2841-AC5B-84946CEA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AF8E56-0D31-804D-9F4F-DD615D5E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10" name="Picture 4" descr="Le Groupe IONIS renforce son leadership dans les formations tech avec la  reprise de Supinfo - Newsroom IONIS Group">
            <a:extLst>
              <a:ext uri="{FF2B5EF4-FFF2-40B4-BE49-F238E27FC236}">
                <a16:creationId xmlns:a16="http://schemas.microsoft.com/office/drawing/2014/main" id="{E883713E-0541-3F47-5D6E-AABDC80972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262" y="186359"/>
            <a:ext cx="757859" cy="7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ce réservé du texte 14">
            <a:extLst>
              <a:ext uri="{FF2B5EF4-FFF2-40B4-BE49-F238E27FC236}">
                <a16:creationId xmlns:a16="http://schemas.microsoft.com/office/drawing/2014/main" id="{443CAD83-08A3-0CB5-024F-6E35269D4F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84352"/>
            <a:ext cx="3957611" cy="569275"/>
          </a:xfrm>
        </p:spPr>
        <p:txBody>
          <a:bodyPr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1. Chapter title</a:t>
            </a:r>
          </a:p>
        </p:txBody>
      </p:sp>
      <p:sp>
        <p:nvSpPr>
          <p:cNvPr id="12" name="Espace réservé du texte 18">
            <a:extLst>
              <a:ext uri="{FF2B5EF4-FFF2-40B4-BE49-F238E27FC236}">
                <a16:creationId xmlns:a16="http://schemas.microsoft.com/office/drawing/2014/main" id="{48654FAC-FB51-D6A3-15F4-55E511891C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352782"/>
            <a:ext cx="3932237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 b="1" dirty="0"/>
            </a:lvl1pPr>
          </a:lstStyle>
          <a:p>
            <a:pPr marL="0" lvl="0"/>
            <a:r>
              <a:rPr lang="en-US" noProof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050111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- 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B349CDA-C85B-4F42-B8C6-26E684EDA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  <a:endParaRPr lang="en-US" noProof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E92AAF-FCE8-F84A-8EB9-CC618F3F7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B83901-E98D-6B44-A440-F9809CD8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en-US" noProof="0" smtClean="0"/>
              <a:t>8/18/2026</a:t>
            </a:fld>
            <a:endParaRPr lang="en-US" noProof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B5FCBB-5385-494D-A3C1-C59A68C9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4BFBC5-500C-E04C-A17A-AC6C64E82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en-US" noProof="0" smtClean="0"/>
              <a:t>‹#›</a:t>
            </a:fld>
            <a:endParaRPr lang="en-US" noProof="0"/>
          </a:p>
        </p:txBody>
      </p:sp>
      <p:pic>
        <p:nvPicPr>
          <p:cNvPr id="10" name="Picture 4" descr="Le Groupe IONIS renforce son leadership dans les formations tech avec la  reprise de Supinfo - Newsroom IONIS Group">
            <a:extLst>
              <a:ext uri="{FF2B5EF4-FFF2-40B4-BE49-F238E27FC236}">
                <a16:creationId xmlns:a16="http://schemas.microsoft.com/office/drawing/2014/main" id="{EBF717CA-66DC-4F9D-EF66-78234DA00C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262" y="186359"/>
            <a:ext cx="757859" cy="7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Espace réservé du texte 14">
            <a:extLst>
              <a:ext uri="{FF2B5EF4-FFF2-40B4-BE49-F238E27FC236}">
                <a16:creationId xmlns:a16="http://schemas.microsoft.com/office/drawing/2014/main" id="{CF70D262-D2E9-6E44-0495-7CB03B090F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84352"/>
            <a:ext cx="3957611" cy="569275"/>
          </a:xfrm>
        </p:spPr>
        <p:txBody>
          <a:bodyPr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1. Chapter title</a:t>
            </a:r>
          </a:p>
        </p:txBody>
      </p:sp>
      <p:sp>
        <p:nvSpPr>
          <p:cNvPr id="14" name="Espace réservé du texte 18">
            <a:extLst>
              <a:ext uri="{FF2B5EF4-FFF2-40B4-BE49-F238E27FC236}">
                <a16:creationId xmlns:a16="http://schemas.microsoft.com/office/drawing/2014/main" id="{7BE82C85-17CC-0E50-E758-016117F16F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352782"/>
            <a:ext cx="3932237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 b="1" dirty="0"/>
            </a:lvl1pPr>
          </a:lstStyle>
          <a:p>
            <a:pPr marL="0" lvl="0"/>
            <a:r>
              <a:rPr lang="en-US" noProof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029208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questions"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E45B96DF-B607-C4E4-32F8-E7B91E0BFE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F0EC84A3-D4F4-6086-F100-0185792716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365126"/>
            <a:ext cx="10515599" cy="579092"/>
          </a:xfrm>
        </p:spPr>
        <p:txBody>
          <a:bodyPr>
            <a:norm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1. Chapter title</a:t>
            </a:r>
          </a:p>
        </p:txBody>
      </p:sp>
    </p:spTree>
    <p:extLst>
      <p:ext uri="{BB962C8B-B14F-4D97-AF65-F5344CB8AC3E}">
        <p14:creationId xmlns:p14="http://schemas.microsoft.com/office/powerpoint/2010/main" val="197051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cture end"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 descr="Drapeau de course avec un remplissage uni">
            <a:extLst>
              <a:ext uri="{FF2B5EF4-FFF2-40B4-BE49-F238E27FC236}">
                <a16:creationId xmlns:a16="http://schemas.microsoft.com/office/drawing/2014/main" id="{C39BBF25-8381-335A-6308-3AFEB15FAF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485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1016B3E-7434-F444-85B1-81A3F66D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C2A833-B532-5441-8F6F-770D7BDE7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AD43F0-39EC-1047-86D5-82DFE14D5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B14F5-1D21-F14F-B36B-BCA0A34A15FF}" type="datetimeFigureOut">
              <a:rPr lang="fr-FR" smtClean="0"/>
              <a:t>18/08/2026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06F5D3-EF53-A447-B4AC-97397E1C3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542739-B2AF-EA41-A1C0-C7A7135EE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8103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66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61" r:id="rId10"/>
    <p:sldLayoutId id="21474836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nsible.com/projects/ansible/latest/collections/ansible/builtin/index.html" TargetMode="Externa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BC06DC-4D1A-B2CB-5A63-A1C912BA95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Ansible Efficient Idempotency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2F19D57-529B-F55E-AEFA-DE3148EB72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5HASH – Infrastructure as Code (</a:t>
            </a:r>
            <a:r>
              <a:rPr lang="en-US" err="1"/>
              <a:t>IaC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19379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AB1BAA0-5E36-154D-61E1-4BDD524F79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/>
              <a:t>Summary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C3DD7B0-B0A8-8FDB-52AB-3930D01F17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742950" indent="-742950">
              <a:buAutoNum type="arabicPeriod"/>
            </a:pPr>
            <a:endParaRPr lang="en-US" dirty="0">
              <a:ea typeface="Calibri Light"/>
              <a:cs typeface="Calibri Light"/>
            </a:endParaRPr>
          </a:p>
          <a:p>
            <a:pPr marL="742950" indent="-742950">
              <a:buAutoNum type="arabicPeriod"/>
            </a:pPr>
            <a:r>
              <a:rPr lang="en-US">
                <a:ea typeface="Calibri Light"/>
                <a:cs typeface="Calibri Light"/>
              </a:rPr>
              <a:t>Efficient idempotency</a:t>
            </a:r>
          </a:p>
          <a:p>
            <a:pPr marL="742950" indent="-742950">
              <a:buAutoNum type="arabicPeriod"/>
            </a:pPr>
            <a:r>
              <a:rPr lang="en-US">
                <a:ea typeface="Calibri Light"/>
                <a:cs typeface="Calibri Light"/>
              </a:rPr>
              <a:t>Managing files</a:t>
            </a:r>
            <a:endParaRPr lang="en-US"/>
          </a:p>
          <a:p>
            <a:pPr marL="742950" indent="-742950">
              <a:buAutoNum type="arabicPeriod"/>
            </a:pPr>
            <a:r>
              <a:rPr lang="en-US">
                <a:ea typeface="Calibri Light"/>
                <a:cs typeface="Calibri Light"/>
              </a:rPr>
              <a:t>Handlers and Notifications</a:t>
            </a:r>
          </a:p>
          <a:p>
            <a:pPr marL="742950" indent="-742950">
              <a:buAutoNum type="arabicPeriod"/>
            </a:pPr>
            <a:r>
              <a:rPr lang="en-US">
                <a:solidFill>
                  <a:srgbClr val="FFFFFF"/>
                </a:solidFill>
                <a:ea typeface="Calibri Light"/>
                <a:cs typeface="Calibri Light"/>
              </a:rPr>
              <a:t>Controlling execution</a:t>
            </a:r>
            <a:endParaRPr lang="en-US">
              <a:solidFill>
                <a:srgbClr val="000000"/>
              </a:solidFill>
              <a:ea typeface="Calibri Light"/>
              <a:cs typeface="Calibri Light"/>
            </a:endParaRPr>
          </a:p>
          <a:p>
            <a:pPr marL="742950" indent="-742950">
              <a:buAutoNum type="arabicPeriod"/>
            </a:pPr>
            <a:endParaRPr lang="en-US">
              <a:ea typeface="Calibri Light"/>
              <a:cs typeface="Calibri Light"/>
            </a:endParaRPr>
          </a:p>
          <a:p>
            <a:pPr marL="742950" indent="-742950">
              <a:buFont typeface="Calibri Light" panose="020F0302020204030204"/>
              <a:buAutoNum type="arabicPeriod"/>
            </a:pPr>
            <a:endParaRPr lang="en-US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129097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B00CD53-20D5-44F6-55E0-0892C820DC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/>
              <a:t>1. Managing files</a:t>
            </a:r>
          </a:p>
        </p:txBody>
      </p:sp>
    </p:spTree>
    <p:extLst>
      <p:ext uri="{BB962C8B-B14F-4D97-AF65-F5344CB8AC3E}">
        <p14:creationId xmlns:p14="http://schemas.microsoft.com/office/powerpoint/2010/main" val="2292482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68100-4D96-989B-A867-B0EC9D437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65FB928D-4E33-F470-221C-8283BA01CF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/>
              <a:t>1. Efficient Idempotency</a:t>
            </a:r>
          </a:p>
        </p:txBody>
      </p:sp>
    </p:spTree>
    <p:extLst>
      <p:ext uri="{BB962C8B-B14F-4D97-AF65-F5344CB8AC3E}">
        <p14:creationId xmlns:p14="http://schemas.microsoft.com/office/powerpoint/2010/main" val="3503968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35796-B34E-B433-8B19-44F9DEB4B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E06E6462-7842-EB17-D682-C7FDEE609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10514647" cy="30678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Writing an Ansible playbook is easy. Writing one that is idempotent, efficient, and predictable requires a better understanding of how Ansible works.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This presentation focuses on giving you tools that, in combination with finding and using the right modules for your tasks, will empower you to achieve your goals with better i</a:t>
            </a:r>
            <a:r>
              <a:rPr lang="en-US">
                <a:ea typeface="Calibri"/>
                <a:cs typeface="Calibri"/>
              </a:rPr>
              <a:t>dempotency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374E5D8-8C02-8DE7-61EC-54B2E8F1F3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1. Efficient </a:t>
            </a:r>
            <a:r>
              <a:rPr lang="en-US" dirty="0" err="1"/>
              <a:t>Itempotency</a:t>
            </a:r>
            <a:endParaRPr lang="en-US" dirty="0" err="1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D62B0CF-D48A-DFEC-92C6-5920BF27E3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Introduction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406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34A7B-983B-3390-9378-CD64F84C9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B3D7058-D532-043D-C90D-A05B81BA8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259089" cy="3525095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Ansible provides many ways to accomplish the same task, but they are not equally effective. Using the </a:t>
            </a:r>
            <a:r>
              <a:rPr lang="en-US" dirty="0">
                <a:latin typeface="Consolas"/>
                <a:ea typeface="+mn-lt"/>
                <a:cs typeface="+mn-lt"/>
              </a:rPr>
              <a:t>command </a:t>
            </a:r>
            <a:r>
              <a:rPr lang="en-US" dirty="0">
                <a:ea typeface="+mn-lt"/>
                <a:cs typeface="+mn-lt"/>
              </a:rPr>
              <a:t>and the </a:t>
            </a:r>
            <a:r>
              <a:rPr lang="en-US" dirty="0">
                <a:latin typeface="Consolas"/>
                <a:ea typeface="+mn-lt"/>
                <a:cs typeface="+mn-lt"/>
              </a:rPr>
              <a:t>shell</a:t>
            </a:r>
            <a:r>
              <a:rPr lang="en-US" dirty="0">
                <a:ea typeface="+mn-lt"/>
                <a:cs typeface="+mn-lt"/>
              </a:rPr>
              <a:t> module is an easy way to configure your hosts, but often leads to badly writt</a:t>
            </a:r>
            <a:r>
              <a:rPr lang="en-US" dirty="0">
                <a:ea typeface="Calibri"/>
                <a:cs typeface="Calibri"/>
              </a:rPr>
              <a:t>en</a:t>
            </a:r>
            <a:r>
              <a:rPr lang="en-US" dirty="0">
                <a:ea typeface="+mn-lt"/>
                <a:cs typeface="+mn-lt"/>
              </a:rPr>
              <a:t> playbooks and poor idempotency.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The second approach allows to detect whether a change is necessary, avoid </a:t>
            </a:r>
            <a:r>
              <a:rPr lang="en-US" dirty="0" err="1">
                <a:ea typeface="Calibri"/>
                <a:cs typeface="Calibri"/>
              </a:rPr>
              <a:t>unecessary</a:t>
            </a:r>
            <a:r>
              <a:rPr lang="en-US" dirty="0">
                <a:ea typeface="Calibri"/>
                <a:cs typeface="Calibri"/>
              </a:rPr>
              <a:t> execution, report changes and integrate with other ansible features.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1A2A64-4329-00F7-FFD5-2CD67DCD99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1. Efficient </a:t>
            </a:r>
            <a:r>
              <a:rPr lang="en-US" dirty="0" err="1"/>
              <a:t>Itempotency</a:t>
            </a:r>
            <a:endParaRPr lang="en-US" dirty="0" err="1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0619B5D-F780-7997-A601-8136102855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Avoiding Common Pitfalls</a:t>
            </a:r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4941C8F-A9C3-A0C6-512B-4D003D20E612}"/>
              </a:ext>
            </a:extLst>
          </p:cNvPr>
          <p:cNvSpPr txBox="1"/>
          <p:nvPr/>
        </p:nvSpPr>
        <p:spPr>
          <a:xfrm>
            <a:off x="6775591" y="1930564"/>
            <a:ext cx="4349262" cy="3139321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>
                <a:solidFill>
                  <a:srgbClr val="9399B2"/>
                </a:solidFill>
                <a:ea typeface="+mn-lt"/>
                <a:cs typeface="+mn-lt"/>
              </a:rPr>
              <a:t># A poor way to create a directory</a:t>
            </a:r>
            <a:endParaRPr lang="en-US"/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Create directory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ansible.builtin.command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cmd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mkdir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 -p /opt/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myapp</a:t>
            </a:r>
            <a:endParaRPr lang="en-US">
              <a:ea typeface="+mn-lt"/>
              <a:cs typeface="+mn-lt"/>
            </a:endParaRPr>
          </a:p>
          <a:p>
            <a:endParaRPr lang="en-US" dirty="0"/>
          </a:p>
          <a:p>
            <a:r>
              <a:rPr lang="en-US" i="1">
                <a:solidFill>
                  <a:srgbClr val="9399B2"/>
                </a:solidFill>
                <a:ea typeface="+mn-lt"/>
                <a:cs typeface="+mn-lt"/>
              </a:rPr>
              <a:t># A better approach</a:t>
            </a:r>
            <a:endParaRPr lang="en-US"/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Create directory</a:t>
            </a:r>
            <a:endParaRPr lang="en-US"/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ansible.builtin.file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path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/opt/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myapp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state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directory</a:t>
            </a:r>
            <a:endParaRPr lang="en-US"/>
          </a:p>
          <a:p>
            <a:endParaRPr lang="en-US" dirty="0">
              <a:solidFill>
                <a:srgbClr val="9399B2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91534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3DE92-61AF-500A-7C9A-C3A12B307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0DA975B-D720-C524-30C2-806BE8287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259089" cy="3525095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Some operations do not have a dedicated Ansible module. In these cases, using a command may be necessary.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With this command, Ansible cannot inherently know whether </a:t>
            </a:r>
            <a:r>
              <a:rPr lang="en-US">
                <a:ea typeface="Calibri"/>
                <a:cs typeface="Calibri"/>
              </a:rPr>
              <a:t>this command:</a:t>
            </a:r>
          </a:p>
          <a:p>
            <a:pPr marL="457200" indent="-457200"/>
            <a:r>
              <a:rPr lang="en-US">
                <a:ea typeface="Calibri"/>
                <a:cs typeface="Calibri"/>
              </a:rPr>
              <a:t>Needs to run</a:t>
            </a:r>
          </a:p>
          <a:p>
            <a:pPr marL="457200" indent="-457200"/>
            <a:r>
              <a:rPr lang="en-US">
                <a:ea typeface="Calibri"/>
                <a:cs typeface="Calibri"/>
              </a:rPr>
              <a:t>Already ran</a:t>
            </a:r>
            <a:endParaRPr lang="en-US" dirty="0">
              <a:ea typeface="Calibri"/>
              <a:cs typeface="Calibri"/>
            </a:endParaRPr>
          </a:p>
          <a:p>
            <a:pPr marL="457200" indent="-457200"/>
            <a:r>
              <a:rPr lang="en-US">
                <a:ea typeface="Calibri"/>
                <a:cs typeface="Calibri"/>
              </a:rPr>
              <a:t>Changed the system</a:t>
            </a:r>
          </a:p>
          <a:p>
            <a:pPr marL="457200" indent="-457200"/>
            <a:r>
              <a:rPr lang="en-US">
                <a:ea typeface="Calibri"/>
                <a:cs typeface="Calibri"/>
              </a:rPr>
              <a:t>Failed in an unexpected way</a:t>
            </a:r>
          </a:p>
          <a:p>
            <a:pPr marL="457200" indent="-457200"/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We'll see how to </a:t>
            </a:r>
            <a:r>
              <a:rPr lang="en-US">
                <a:ea typeface="Calibri"/>
                <a:cs typeface="Calibri"/>
              </a:rPr>
              <a:t>handle these situations.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9EFF228-E992-D0C7-1E9C-B09270A413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1. Efficient </a:t>
            </a:r>
            <a:r>
              <a:rPr lang="en-US" dirty="0" err="1"/>
              <a:t>Itempotency</a:t>
            </a:r>
            <a:endParaRPr lang="en-US" dirty="0" err="1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B1DEE74-3563-750E-242C-EAF2D02850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Avoiding Common Pitfalls</a:t>
            </a:r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DD8094F-FB32-25E1-478C-43A7A3AF04ED}"/>
              </a:ext>
            </a:extLst>
          </p:cNvPr>
          <p:cNvSpPr txBox="1"/>
          <p:nvPr/>
        </p:nvSpPr>
        <p:spPr>
          <a:xfrm>
            <a:off x="6932473" y="2546888"/>
            <a:ext cx="4349262" cy="1200329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Run migration</a:t>
            </a:r>
            <a:endParaRPr lang="en-US"/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ansible.builtin.command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cmd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/opt/myapp/migrate.sh</a:t>
            </a:r>
            <a:endParaRPr lang="en-US" dirty="0"/>
          </a:p>
          <a:p>
            <a:endParaRPr lang="en-US" i="1" dirty="0">
              <a:solidFill>
                <a:srgbClr val="9399B2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2143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8F792-9BB0-2D0A-704A-5D9D859C3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2EB908E5-F2EB-CE92-3803-E5F75CEEA9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/>
              <a:t>Efficient Idempotency</a:t>
            </a:r>
            <a:endParaRPr lang="en-US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954156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439AE-D7FA-CE28-04CF-7D9A50BED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024F1C1-E2D5-213D-378E-F9238DFEF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10514647" cy="123909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sz="2400">
                <a:ea typeface="+mn-lt"/>
                <a:cs typeface="+mn-lt"/>
              </a:rPr>
              <a:t>Ansible provides several modules for managing files and their contents on managed hosts.</a:t>
            </a:r>
            <a:endParaRPr lang="en-US"/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The appropriate module depends on what you want to manage.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Together, these modules </a:t>
            </a:r>
            <a:r>
              <a:rPr lang="en-US" sz="2400" dirty="0">
                <a:ea typeface="+mn-lt"/>
                <a:cs typeface="+mn-lt"/>
              </a:rPr>
              <a:t>cover most common file-management tasks</a:t>
            </a:r>
            <a:endParaRPr lang="en-US">
              <a:ea typeface="Calibri"/>
              <a:cs typeface="Calibri"/>
            </a:endParaRPr>
          </a:p>
          <a:p>
            <a:pPr>
              <a:buNone/>
            </a:pPr>
            <a:endParaRPr lang="en-US" sz="2400" dirty="0">
              <a:ea typeface="Calibri"/>
              <a:cs typeface="Calibri"/>
            </a:endParaRPr>
          </a:p>
          <a:p>
            <a:pPr>
              <a:buNone/>
            </a:pPr>
            <a:endParaRPr lang="en-US" sz="2400" b="1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8578F9A-CD56-EBE1-45A0-27832265D47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2. Managing files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4C099A6-424D-92B4-E522-268B838C875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Managing Files with Ansible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2C955B8-58D2-F3E4-C24A-039DC3A6F765}"/>
              </a:ext>
            </a:extLst>
          </p:cNvPr>
          <p:cNvGraphicFramePr>
            <a:graphicFrameLocks noGrp="1"/>
          </p:cNvGraphicFramePr>
          <p:nvPr/>
        </p:nvGraphicFramePr>
        <p:xfrm>
          <a:off x="1964788" y="3969668"/>
          <a:ext cx="816864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3015721190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39236237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Module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Purpose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332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Filesystem objects and </a:t>
                      </a:r>
                      <a:r>
                        <a:rPr lang="en-US"/>
                        <a:t>attributes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108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copy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Static file </a:t>
                      </a:r>
                      <a:r>
                        <a:rPr lang="en-US"/>
                        <a:t>contents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090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template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Dynamic file contents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539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lineinfile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Individual lines in existing files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234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8354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0A3AC-77D3-775C-0D5D-E209712FA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F56FDA6-3BC3-5613-F9F6-791C75CCA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4524155" cy="38767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 dirty="0">
                <a:ea typeface="+mn-lt"/>
                <a:cs typeface="+mn-lt"/>
              </a:rPr>
              <a:t>The </a:t>
            </a:r>
            <a:r>
              <a:rPr lang="en-US" sz="2400">
                <a:latin typeface="Consolas"/>
                <a:ea typeface="+mn-lt"/>
                <a:cs typeface="+mn-lt"/>
              </a:rPr>
              <a:t>file</a:t>
            </a:r>
            <a:r>
              <a:rPr lang="en-US" sz="2400" dirty="0">
                <a:latin typeface="Calibri"/>
                <a:ea typeface="+mn-lt"/>
                <a:cs typeface="+mn-lt"/>
              </a:rPr>
              <a:t> </a:t>
            </a:r>
            <a:r>
              <a:rPr lang="en-US" sz="2400">
                <a:ea typeface="+mn-lt"/>
                <a:cs typeface="+mn-lt"/>
              </a:rPr>
              <a:t>module manages files, directories, symbolic links, and their attributes.</a:t>
            </a:r>
            <a:endParaRPr lang="en-US">
              <a:ea typeface="Calibri"/>
              <a:cs typeface="Calibri"/>
            </a:endParaRPr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It does not manage file contents.</a:t>
            </a:r>
            <a:endParaRPr lang="en-US"/>
          </a:p>
          <a:p>
            <a:pPr>
              <a:buNone/>
            </a:pPr>
            <a:endParaRPr lang="en-US" sz="2400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4EC76D2-4A4A-D082-FEA5-6865679941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2. Managing files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D031A40-138B-2056-24D8-0B3E88A110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The file module</a:t>
            </a:r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C1ABD44-4E70-C8EE-E61E-B533355EEA34}"/>
              </a:ext>
            </a:extLst>
          </p:cNvPr>
          <p:cNvSpPr txBox="1"/>
          <p:nvPr/>
        </p:nvSpPr>
        <p:spPr>
          <a:xfrm>
            <a:off x="6988503" y="1717652"/>
            <a:ext cx="4349262" cy="2308324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Create application directory</a:t>
            </a:r>
            <a:endParaRPr lang="en-US" dirty="0">
              <a:solidFill>
                <a:srgbClr val="A6E3A1"/>
              </a:solidFill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ansible.builtin.file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path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/opt/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myapp</a:t>
            </a:r>
            <a:endParaRPr lang="en-US" dirty="0">
              <a:solidFill>
                <a:srgbClr val="A6E3A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state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directory</a:t>
            </a:r>
            <a:endParaRPr lang="en-US" dirty="0">
              <a:solidFill>
                <a:srgbClr val="A6E3A1"/>
              </a:solidFill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owner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app</a:t>
            </a: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group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app</a:t>
            </a: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mode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'0755'</a:t>
            </a:r>
            <a:endParaRPr lang="en-US"/>
          </a:p>
          <a:p>
            <a:endParaRPr lang="en-US" dirty="0">
              <a:solidFill>
                <a:srgbClr val="F5C2E7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6079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AD73C-924B-8DE7-ABB6-18D2B301D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CCEB897-F700-128D-F283-1511DE39B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10444308" cy="38767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>
                <a:ea typeface="+mn-lt"/>
                <a:cs typeface="+mn-lt"/>
              </a:rPr>
              <a:t>The </a:t>
            </a:r>
            <a:r>
              <a:rPr lang="en-US" sz="2400">
                <a:latin typeface="Consolas"/>
                <a:ea typeface="Calibri"/>
                <a:cs typeface="Calibri"/>
              </a:rPr>
              <a:t>state</a:t>
            </a:r>
            <a:r>
              <a:rPr lang="en-US" sz="2400">
                <a:ea typeface="+mn-lt"/>
                <a:cs typeface="+mn-lt"/>
              </a:rPr>
              <a:t> parameter defines what the filesystem should look like.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AE5453-134F-0EAE-89F0-A3719319D0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2. Managing files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4048A3D-A733-0CB7-441B-65D141D2F5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The file module</a:t>
            </a:r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97C6099-D92F-76CA-5559-8CD09DBE6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842652"/>
              </p:ext>
            </p:extLst>
          </p:nvPr>
        </p:nvGraphicFramePr>
        <p:xfrm>
          <a:off x="1964788" y="3055267"/>
          <a:ext cx="8168640" cy="25958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3015721190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39236237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State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Purpose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332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Ensure a file exists.</a:t>
                      </a:r>
                      <a:endParaRPr lang="en-U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108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directory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/>
                        <a:t>Ensure a directory exists.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090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touch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Creates a file or modifies </a:t>
                      </a:r>
                      <a:r>
                        <a:rPr lang="en-US"/>
                        <a:t>access</a:t>
                      </a:r>
                      <a:r>
                        <a:rPr lang="en-US" dirty="0"/>
                        <a:t>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539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link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Ensure a symbolic link exists.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23469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hard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Ensure a hard link exists</a:t>
                      </a:r>
                      <a:endParaRPr lang="en-US" sz="1800" b="0" i="0" u="none" strike="noStrike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607915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absent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Ensure the path does not exist.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7044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6400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A2524-A3F2-FF9A-93B5-8261E92E1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31EFE34-E76D-08CD-CF9A-EB420B754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579231" cy="387678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sz="2400">
                <a:ea typeface="+mn-lt"/>
                <a:cs typeface="+mn-lt"/>
              </a:rPr>
              <a:t>The </a:t>
            </a:r>
            <a:r>
              <a:rPr lang="en-US" sz="2400">
                <a:latin typeface="Consolas"/>
                <a:ea typeface="+mn-lt"/>
                <a:cs typeface="+mn-lt"/>
              </a:rPr>
              <a:t>copy</a:t>
            </a:r>
            <a:r>
              <a:rPr lang="en-US" sz="2400">
                <a:ea typeface="+mn-lt"/>
                <a:cs typeface="+mn-lt"/>
              </a:rPr>
              <a:t> module manages static file contents.</a:t>
            </a:r>
          </a:p>
          <a:p>
            <a:pPr>
              <a:buNone/>
            </a:pPr>
            <a:endParaRPr lang="en-US" sz="2400" dirty="0">
              <a:ea typeface="Calibri"/>
              <a:cs typeface="Calibri"/>
            </a:endParaRPr>
          </a:p>
          <a:p>
            <a:pPr>
              <a:buNone/>
            </a:pPr>
            <a:r>
              <a:rPr lang="en-US" sz="2400" dirty="0">
                <a:ea typeface="+mn-lt"/>
                <a:cs typeface="+mn-lt"/>
              </a:rPr>
              <a:t>When used inside a role, a relative </a:t>
            </a:r>
            <a:r>
              <a:rPr lang="en-US" sz="2400" dirty="0" err="1">
                <a:latin typeface="Consolas"/>
                <a:ea typeface="+mn-lt"/>
                <a:cs typeface="+mn-lt"/>
              </a:rPr>
              <a:t>src</a:t>
            </a:r>
            <a:r>
              <a:rPr lang="en-US" sz="2400" dirty="0">
                <a:ea typeface="+mn-lt"/>
                <a:cs typeface="+mn-lt"/>
              </a:rPr>
              <a:t> is looked up in the role's </a:t>
            </a:r>
            <a:r>
              <a:rPr lang="en-US" sz="2400" dirty="0">
                <a:latin typeface="Consolas"/>
                <a:ea typeface="+mn-lt"/>
                <a:cs typeface="+mn-lt"/>
              </a:rPr>
              <a:t>files/</a:t>
            </a:r>
            <a:r>
              <a:rPr lang="en-US" sz="2400" dirty="0">
                <a:ea typeface="+mn-lt"/>
                <a:cs typeface="+mn-lt"/>
              </a:rPr>
              <a:t> directory</a:t>
            </a:r>
          </a:p>
          <a:p>
            <a:pPr>
              <a:buNone/>
            </a:pPr>
            <a:endParaRPr lang="en-US" sz="2400" dirty="0">
              <a:ea typeface="Calibri"/>
              <a:cs typeface="Calibri"/>
            </a:endParaRPr>
          </a:p>
          <a:p>
            <a:pPr>
              <a:buNone/>
            </a:pPr>
            <a:r>
              <a:rPr lang="en-US" sz="2400" dirty="0">
                <a:ea typeface="Calibri"/>
                <a:cs typeface="Calibri"/>
              </a:rPr>
              <a:t>Ansible does not blindly copy the file on every execution. It compares the </a:t>
            </a:r>
            <a:r>
              <a:rPr lang="en-US" sz="2400" dirty="0" err="1">
                <a:ea typeface="Calibri"/>
                <a:cs typeface="Calibri"/>
              </a:rPr>
              <a:t>sourcewith</a:t>
            </a:r>
            <a:r>
              <a:rPr lang="en-US" sz="2400" dirty="0">
                <a:ea typeface="Calibri"/>
                <a:cs typeface="Calibri"/>
              </a:rPr>
              <a:t> the destination.</a:t>
            </a:r>
          </a:p>
          <a:p>
            <a:pPr>
              <a:buNone/>
            </a:pPr>
            <a:r>
              <a:rPr lang="en-US" sz="2400" dirty="0">
                <a:ea typeface="Calibri"/>
                <a:cs typeface="Calibri"/>
              </a:rPr>
              <a:t>This means a second execution produces no change if the destination </a:t>
            </a:r>
            <a:r>
              <a:rPr lang="en-US" sz="2400" dirty="0" err="1">
                <a:ea typeface="Calibri"/>
                <a:cs typeface="Calibri"/>
              </a:rPr>
              <a:t>alreadymatches</a:t>
            </a:r>
            <a:r>
              <a:rPr lang="en-US" sz="2400" dirty="0">
                <a:ea typeface="Calibri"/>
                <a:cs typeface="Calibri"/>
              </a:rPr>
              <a:t> the source.</a:t>
            </a:r>
          </a:p>
          <a:p>
            <a:pPr>
              <a:buNone/>
            </a:pPr>
            <a:endParaRPr lang="en-US" sz="2400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30F0994-906D-438C-AB6E-FB460C064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2. Managing files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3E6CE96-0284-87DA-4A8D-9758C17607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The copy module</a:t>
            </a:r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F35979B-AB6C-9AEB-49A7-EB72E6AF176C}"/>
              </a:ext>
            </a:extLst>
          </p:cNvPr>
          <p:cNvSpPr txBox="1"/>
          <p:nvPr/>
        </p:nvSpPr>
        <p:spPr>
          <a:xfrm>
            <a:off x="6988503" y="1717652"/>
            <a:ext cx="3997570" cy="2308324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Deploy application configuration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ansible.builtin.copy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src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app.conf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dest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etc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myapp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app.conf</a:t>
            </a:r>
            <a:endParaRPr lang="en-US"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owner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root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group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root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mode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'0644'</a:t>
            </a:r>
            <a:endParaRPr lang="en-US">
              <a:ea typeface="+mn-lt"/>
              <a:cs typeface="+mn-lt"/>
            </a:endParaRPr>
          </a:p>
          <a:p>
            <a:endParaRPr lang="en-US" dirty="0">
              <a:solidFill>
                <a:srgbClr val="A6E3A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9327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A4316-39A1-C1B9-6609-31F14F808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1FA2727-E604-E991-2B4A-4AF08A482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579231" cy="38767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>
                <a:ea typeface="+mn-lt"/>
                <a:cs typeface="+mn-lt"/>
              </a:rPr>
              <a:t>The </a:t>
            </a:r>
            <a:r>
              <a:rPr lang="en-US" sz="2400">
                <a:latin typeface="Consolas"/>
                <a:ea typeface="Calibri"/>
                <a:cs typeface="Calibri"/>
              </a:rPr>
              <a:t>template</a:t>
            </a:r>
            <a:r>
              <a:rPr lang="en-US" sz="2400">
                <a:ea typeface="+mn-lt"/>
                <a:cs typeface="+mn-lt"/>
              </a:rPr>
              <a:t> module generates a file from a </a:t>
            </a:r>
            <a:r>
              <a:rPr lang="en-US" sz="2400" b="1">
                <a:ea typeface="+mn-lt"/>
                <a:cs typeface="+mn-lt"/>
              </a:rPr>
              <a:t>Jinja2 template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/>
          </a:p>
          <a:p>
            <a:pPr>
              <a:buNone/>
            </a:pPr>
            <a:r>
              <a:rPr lang="en-US" sz="2200" dirty="0">
                <a:ea typeface="Calibri"/>
                <a:cs typeface="Calibri"/>
              </a:rPr>
              <a:t>When used inside a role, a relative </a:t>
            </a:r>
            <a:r>
              <a:rPr lang="en-US" sz="2200" dirty="0" err="1">
                <a:latin typeface="Consolas"/>
                <a:ea typeface="Calibri"/>
                <a:cs typeface="Calibri"/>
              </a:rPr>
              <a:t>src</a:t>
            </a:r>
            <a:r>
              <a:rPr lang="en-US" sz="2200" dirty="0">
                <a:ea typeface="Calibri"/>
                <a:cs typeface="Calibri"/>
              </a:rPr>
              <a:t> is looked up in the role's </a:t>
            </a:r>
            <a:r>
              <a:rPr lang="en-US" sz="2200" dirty="0">
                <a:latin typeface="Consolas"/>
                <a:ea typeface="Calibri"/>
                <a:cs typeface="Calibri"/>
              </a:rPr>
              <a:t>templates/</a:t>
            </a:r>
            <a:r>
              <a:rPr lang="en-US" sz="2200" dirty="0">
                <a:ea typeface="Calibri"/>
                <a:cs typeface="Calibri"/>
              </a:rPr>
              <a:t> directory.</a:t>
            </a:r>
          </a:p>
          <a:p>
            <a:pPr>
              <a:buNone/>
            </a:pPr>
            <a:endParaRPr lang="en-US" sz="2200" dirty="0">
              <a:ea typeface="Calibri"/>
              <a:cs typeface="Calibri"/>
            </a:endParaRPr>
          </a:p>
          <a:p>
            <a:pPr>
              <a:buNone/>
            </a:pPr>
            <a:r>
              <a:rPr lang="en-US" sz="2200">
                <a:ea typeface="+mn-lt"/>
                <a:cs typeface="+mn-lt"/>
              </a:rPr>
              <a:t>Unlike </a:t>
            </a:r>
            <a:r>
              <a:rPr lang="en-US" sz="2200">
                <a:latin typeface="Consolas"/>
                <a:ea typeface="Calibri"/>
                <a:cs typeface="Calibri"/>
              </a:rPr>
              <a:t>copy</a:t>
            </a:r>
            <a:r>
              <a:rPr lang="en-US" sz="2200">
                <a:ea typeface="+mn-lt"/>
                <a:cs typeface="+mn-lt"/>
              </a:rPr>
              <a:t>, the source is rendered before being written.</a:t>
            </a:r>
            <a:endParaRPr lang="en-US"/>
          </a:p>
          <a:p>
            <a:pPr>
              <a:buNone/>
            </a:pPr>
            <a:endParaRPr lang="en-US" sz="2200" dirty="0">
              <a:ea typeface="Calibri"/>
              <a:cs typeface="Calibri"/>
            </a:endParaRPr>
          </a:p>
          <a:p>
            <a:pPr>
              <a:buNone/>
            </a:pPr>
            <a:endParaRPr lang="en-US" sz="2400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F9A6255-1063-A948-A292-E12B5C8DB5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2. Managing files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29ECA8D-EB78-8DF2-2021-42A4B6CC05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The template module</a:t>
            </a:r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AD405D9-45C4-C988-D04D-7A842D7FA5F7}"/>
              </a:ext>
            </a:extLst>
          </p:cNvPr>
          <p:cNvSpPr txBox="1"/>
          <p:nvPr/>
        </p:nvSpPr>
        <p:spPr>
          <a:xfrm>
            <a:off x="6988503" y="1717652"/>
            <a:ext cx="4349262" cy="2308324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Generate application configuration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ansible.builtin.template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src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app.conf.j2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dest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etc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myapp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app.conf</a:t>
            </a:r>
            <a:endParaRPr lang="en-US"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owner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root</a:t>
            </a:r>
            <a:endParaRPr lang="en-US" dirty="0"/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group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root</a:t>
            </a:r>
            <a:endParaRPr lang="en-US" dirty="0"/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mode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'0644'</a:t>
            </a:r>
            <a:endParaRPr lang="en-US"/>
          </a:p>
          <a:p>
            <a:endParaRPr lang="en-US" dirty="0">
              <a:solidFill>
                <a:srgbClr val="A6E3A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8604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AB133-7F13-9491-30FA-F42B16B93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84B32789-F94E-FF82-5998-002661271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579231" cy="38767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>
                <a:ea typeface="+mn-lt"/>
                <a:cs typeface="+mn-lt"/>
              </a:rPr>
              <a:t>Jinja2 also supports conditionals and loops.</a:t>
            </a:r>
          </a:p>
          <a:p>
            <a:pPr>
              <a:buNone/>
            </a:pPr>
            <a:endParaRPr lang="en-US" sz="2400" dirty="0">
              <a:ea typeface="+mn-lt"/>
              <a:cs typeface="+mn-lt"/>
            </a:endParaRPr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This allows one template to produce different configurations depending on the target host or environment.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408FF52-EF7A-2372-289A-F07A9CAE9A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2. Managing files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01D1C1B-74C8-DC90-6C38-2276F2A477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The template module</a:t>
            </a:r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8FAE7C2-F095-E391-3F2A-A325A055B2B0}"/>
              </a:ext>
            </a:extLst>
          </p:cNvPr>
          <p:cNvSpPr txBox="1"/>
          <p:nvPr/>
        </p:nvSpPr>
        <p:spPr>
          <a:xfrm>
            <a:off x="6988503" y="1717652"/>
            <a:ext cx="4349262" cy="4524315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rgbClr val="CDD6F4"/>
                </a:solidFill>
                <a:ea typeface="+mn-lt"/>
                <a:cs typeface="+mn-lt"/>
              </a:rPr>
              <a:t>server_name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= {{ </a:t>
            </a:r>
            <a:r>
              <a:rPr lang="en-US" dirty="0" err="1">
                <a:solidFill>
                  <a:srgbClr val="CDD6F4"/>
                </a:solidFill>
                <a:ea typeface="+mn-lt"/>
                <a:cs typeface="+mn-lt"/>
              </a:rPr>
              <a:t>app_server_name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}}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port = {{ </a:t>
            </a:r>
            <a:r>
              <a:rPr lang="en-US" dirty="0" err="1">
                <a:solidFill>
                  <a:srgbClr val="CDD6F4"/>
                </a:solidFill>
                <a:ea typeface="+mn-lt"/>
                <a:cs typeface="+mn-lt"/>
              </a:rPr>
              <a:t>app_port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}}</a:t>
            </a:r>
            <a:endParaRPr lang="en-US">
              <a:ea typeface="+mn-lt"/>
              <a:cs typeface="+mn-lt"/>
            </a:endParaRPr>
          </a:p>
          <a:p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environment = {{ environment }}</a:t>
            </a:r>
            <a:endParaRPr lang="en-US">
              <a:ea typeface="+mn-lt"/>
              <a:cs typeface="+mn-lt"/>
            </a:endParaRPr>
          </a:p>
          <a:p>
            <a:br>
              <a:rPr lang="en-US" dirty="0"/>
            </a:br>
            <a:endParaRPr lang="en-US">
              <a:ea typeface="Calibri"/>
              <a:cs typeface="Calibri"/>
            </a:endParaRPr>
          </a:p>
          <a:p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{% </a:t>
            </a:r>
            <a:r>
              <a:rPr lang="en-US">
                <a:solidFill>
                  <a:srgbClr val="CBA6F7"/>
                </a:solidFill>
                <a:ea typeface="+mn-lt"/>
                <a:cs typeface="+mn-lt"/>
              </a:rPr>
              <a:t>if</a:t>
            </a:r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 environment </a:t>
            </a:r>
            <a:r>
              <a:rPr lang="en-US">
                <a:solidFill>
                  <a:srgbClr val="94E2D5"/>
                </a:solidFill>
                <a:ea typeface="+mn-lt"/>
                <a:cs typeface="+mn-lt"/>
              </a:rPr>
              <a:t>==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"production"</a:t>
            </a:r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 %}</a:t>
            </a:r>
            <a:endParaRPr lang="en-US"/>
          </a:p>
          <a:p>
            <a:r>
              <a:rPr lang="en-US" dirty="0" err="1">
                <a:solidFill>
                  <a:srgbClr val="CDD6F4"/>
                </a:solidFill>
                <a:ea typeface="+mn-lt"/>
                <a:cs typeface="+mn-lt"/>
              </a:rPr>
              <a:t>log_level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= warning</a:t>
            </a:r>
            <a:endParaRPr lang="en-US" dirty="0"/>
          </a:p>
          <a:p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{% </a:t>
            </a:r>
            <a:r>
              <a:rPr lang="en-US">
                <a:solidFill>
                  <a:srgbClr val="CBA6F7"/>
                </a:solidFill>
                <a:ea typeface="+mn-lt"/>
                <a:cs typeface="+mn-lt"/>
              </a:rPr>
              <a:t>else</a:t>
            </a:r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 %}</a:t>
            </a:r>
            <a:endParaRPr lang="en-US"/>
          </a:p>
          <a:p>
            <a:r>
              <a:rPr lang="en-US" dirty="0" err="1">
                <a:solidFill>
                  <a:srgbClr val="CDD6F4"/>
                </a:solidFill>
                <a:ea typeface="+mn-lt"/>
                <a:cs typeface="+mn-lt"/>
              </a:rPr>
              <a:t>log_level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= debug</a:t>
            </a:r>
            <a:endParaRPr lang="en-US" dirty="0"/>
          </a:p>
          <a:p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{% </a:t>
            </a:r>
            <a:r>
              <a:rPr lang="en-US">
                <a:solidFill>
                  <a:srgbClr val="CBA6F7"/>
                </a:solidFill>
                <a:ea typeface="+mn-lt"/>
                <a:cs typeface="+mn-lt"/>
              </a:rPr>
              <a:t>endif</a:t>
            </a:r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 %}</a:t>
            </a:r>
            <a:endParaRPr lang="en-US"/>
          </a:p>
          <a:p>
            <a:br>
              <a:rPr lang="en-US" dirty="0"/>
            </a:br>
            <a:endParaRPr lang="en-US">
              <a:ea typeface="Calibri"/>
              <a:cs typeface="Calibri"/>
            </a:endParaRPr>
          </a:p>
          <a:p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{% </a:t>
            </a:r>
            <a:r>
              <a:rPr lang="en-US" dirty="0">
                <a:solidFill>
                  <a:srgbClr val="CBA6F7"/>
                </a:solidFill>
                <a:ea typeface="+mn-lt"/>
                <a:cs typeface="+mn-lt"/>
              </a:rPr>
              <a:t>for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server </a:t>
            </a:r>
            <a:r>
              <a:rPr lang="en-US" dirty="0">
                <a:solidFill>
                  <a:srgbClr val="CBA6F7"/>
                </a:solidFill>
                <a:ea typeface="+mn-lt"/>
                <a:cs typeface="+mn-lt"/>
              </a:rPr>
              <a:t>in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rgbClr val="CDD6F4"/>
                </a:solidFill>
                <a:ea typeface="+mn-lt"/>
                <a:cs typeface="+mn-lt"/>
              </a:rPr>
              <a:t>backend_servers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%}</a:t>
            </a:r>
            <a:endParaRPr lang="en-US" dirty="0"/>
          </a:p>
          <a:p>
            <a:r>
              <a:rPr lang="en-US">
                <a:solidFill>
                  <a:srgbClr val="CDD6F4"/>
                </a:solidFill>
                <a:ea typeface="+mn-lt"/>
                <a:cs typeface="+mn-lt"/>
              </a:rPr>
              <a:t>backend = {{ server }}</a:t>
            </a:r>
            <a:endParaRPr lang="en-US"/>
          </a:p>
          <a:p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{% </a:t>
            </a:r>
            <a:r>
              <a:rPr lang="en-US" dirty="0" err="1">
                <a:solidFill>
                  <a:srgbClr val="CBA6F7"/>
                </a:solidFill>
                <a:ea typeface="+mn-lt"/>
                <a:cs typeface="+mn-lt"/>
              </a:rPr>
              <a:t>endfor</a:t>
            </a:r>
            <a:r>
              <a:rPr lang="en-US" dirty="0">
                <a:solidFill>
                  <a:srgbClr val="CDD6F4"/>
                </a:solidFill>
                <a:ea typeface="+mn-lt"/>
                <a:cs typeface="+mn-lt"/>
              </a:rPr>
              <a:t> %}</a:t>
            </a:r>
            <a:endParaRPr lang="en-US" dirty="0"/>
          </a:p>
          <a:p>
            <a:endParaRPr lang="en-US" dirty="0">
              <a:solidFill>
                <a:srgbClr val="CDD6F4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35279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5E25D-F71F-4748-84A6-8AAF6B9FF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85B47CA-A344-1F75-BCCE-64A0F98EC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579231" cy="38767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 err="1">
                <a:latin typeface="Calibri"/>
                <a:ea typeface="Calibri"/>
                <a:cs typeface="Calibri"/>
              </a:rPr>
              <a:t>lineinfile</a:t>
            </a:r>
            <a:r>
              <a:rPr lang="en-US" dirty="0">
                <a:ea typeface="+mn-lt"/>
                <a:cs typeface="+mn-lt"/>
              </a:rPr>
              <a:t> manages </a:t>
            </a:r>
            <a:r>
              <a:rPr lang="en-US" b="1" dirty="0">
                <a:ea typeface="+mn-lt"/>
                <a:cs typeface="+mn-lt"/>
              </a:rPr>
              <a:t>individual lines within an existing file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>
              <a:ea typeface="Calibri"/>
              <a:cs typeface="Calibri"/>
            </a:endParaRPr>
          </a:p>
          <a:p>
            <a:pPr>
              <a:buNone/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6C80CD3-B254-4138-61B8-15B6168930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2. Managing files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91525C4-23CB-25C6-F730-2BC3E6D552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The </a:t>
            </a:r>
            <a:r>
              <a:rPr lang="en-US" err="1">
                <a:ea typeface="+mn-lt"/>
                <a:cs typeface="+mn-lt"/>
              </a:rPr>
              <a:t>lineinfile</a:t>
            </a:r>
            <a:r>
              <a:rPr lang="en-US">
                <a:ea typeface="+mn-lt"/>
                <a:cs typeface="+mn-lt"/>
              </a:rPr>
              <a:t> module</a:t>
            </a:r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89163CE-D7F3-D056-78FE-0375D6607145}"/>
              </a:ext>
            </a:extLst>
          </p:cNvPr>
          <p:cNvSpPr txBox="1"/>
          <p:nvPr/>
        </p:nvSpPr>
        <p:spPr>
          <a:xfrm>
            <a:off x="6988503" y="1717652"/>
            <a:ext cx="4349262" cy="1754326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Enable IP forwarding</a:t>
            </a:r>
            <a:endParaRPr lang="en-US"/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ansible.builtin.lineinfile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path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etc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sysctl.conf</a:t>
            </a:r>
            <a:endParaRPr lang="en-US" dirty="0" err="1"/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regexp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'^net.ipv4.ip_forward='</a:t>
            </a:r>
            <a:endParaRPr lang="en-US" dirty="0"/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line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'net.ipv4.ip_forward=1'</a:t>
            </a:r>
            <a:endParaRPr lang="en-US"/>
          </a:p>
          <a:p>
            <a:endParaRPr lang="en-US" dirty="0">
              <a:solidFill>
                <a:srgbClr val="CDD6F4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590083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027B3-5B9A-05A4-41C2-39286FEE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558B007-705B-BBAD-2C6F-F698E5145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10444307" cy="38767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latin typeface="Calibri"/>
                <a:ea typeface="Calibri"/>
                <a:cs typeface="Calibri"/>
              </a:rPr>
              <a:t>You can find all the options for the described modules on Ansible's </a:t>
            </a:r>
            <a:r>
              <a:rPr lang="en-US" dirty="0" err="1">
                <a:latin typeface="Calibri"/>
                <a:ea typeface="Calibri"/>
                <a:cs typeface="Calibri"/>
              </a:rPr>
              <a:t>builtin</a:t>
            </a:r>
            <a:r>
              <a:rPr lang="en-US" dirty="0">
                <a:latin typeface="Calibri"/>
                <a:ea typeface="Calibri"/>
                <a:cs typeface="Calibri"/>
              </a:rPr>
              <a:t> modules documentation:</a:t>
            </a:r>
          </a:p>
          <a:p>
            <a:pPr>
              <a:buNone/>
            </a:pPr>
            <a:endParaRPr lang="en-US" dirty="0">
              <a:ea typeface="Calibri"/>
              <a:cs typeface="Calibri"/>
            </a:endParaRPr>
          </a:p>
          <a:p>
            <a:pPr>
              <a:buNone/>
            </a:pPr>
            <a:r>
              <a:rPr lang="en-US" dirty="0">
                <a:ea typeface="Calibri"/>
                <a:cs typeface="Calibri"/>
                <a:hlinkClick r:id="rId2"/>
              </a:rPr>
              <a:t>https://docs.ansible.com/projects/ansible/latest/collections/ansible/builtin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A4C6471-5267-3762-7B21-CAA7369516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2. Managing files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514CE16-FE6C-B659-A728-1088477577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Documentation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8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AD7D0D6-4956-BECC-A810-FCCEF2EDFF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2. Managing files</a:t>
            </a:r>
            <a:endParaRPr lang="en-US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779615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7EECA-E775-190A-5A6B-573AC6AA3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4C2E4857-20BA-84E2-FF5B-72BB3E0B75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/>
              <a:t>3. Handlers and Notifications</a:t>
            </a:r>
          </a:p>
        </p:txBody>
      </p:sp>
    </p:spTree>
    <p:extLst>
      <p:ext uri="{BB962C8B-B14F-4D97-AF65-F5344CB8AC3E}">
        <p14:creationId xmlns:p14="http://schemas.microsoft.com/office/powerpoint/2010/main" val="3840145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78F98-B810-9C47-7126-C1E562933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EF2D972-B9B2-8391-46DE-603817477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6036431" cy="387678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 sz="2400" dirty="0">
                <a:ea typeface="+mn-lt"/>
                <a:cs typeface="+mn-lt"/>
              </a:rPr>
              <a:t>Consider a task that deploys a </a:t>
            </a:r>
            <a:r>
              <a:rPr lang="en-US" sz="2400">
                <a:ea typeface="+mn-lt"/>
                <a:cs typeface="+mn-lt"/>
              </a:rPr>
              <a:t>service configuration.</a:t>
            </a:r>
          </a:p>
          <a:p>
            <a:pPr>
              <a:buNone/>
            </a:pPr>
            <a:endParaRPr lang="en-US" sz="2400" dirty="0">
              <a:ea typeface="Calibri"/>
              <a:cs typeface="Calibri"/>
            </a:endParaRPr>
          </a:p>
          <a:p>
            <a:pPr>
              <a:buNone/>
            </a:pPr>
            <a:r>
              <a:rPr lang="en-US" sz="2400" dirty="0">
                <a:ea typeface="Calibri"/>
                <a:cs typeface="Calibri"/>
              </a:rPr>
              <a:t>If the configuration changes, nginx needs to reload to apply its configuration. A naive approach would be to add a task to reload the service </a:t>
            </a:r>
            <a:r>
              <a:rPr lang="en-US" sz="2400">
                <a:ea typeface="Calibri"/>
                <a:cs typeface="Calibri"/>
              </a:rPr>
              <a:t>afterwards.</a:t>
            </a:r>
            <a:endParaRPr lang="en-US" sz="2400" dirty="0">
              <a:ea typeface="Calibri"/>
              <a:cs typeface="Calibri"/>
            </a:endParaRPr>
          </a:p>
          <a:p>
            <a:pPr>
              <a:buNone/>
            </a:pPr>
            <a:endParaRPr lang="en-US" sz="2400" dirty="0">
              <a:ea typeface="Calibri"/>
              <a:cs typeface="Calibri"/>
            </a:endParaRPr>
          </a:p>
          <a:p>
            <a:pPr>
              <a:buNone/>
            </a:pPr>
            <a:r>
              <a:rPr lang="en-US" sz="2400" dirty="0">
                <a:ea typeface="Calibri"/>
                <a:cs typeface="Calibri"/>
              </a:rPr>
              <a:t>This task would run  </a:t>
            </a:r>
            <a:r>
              <a:rPr lang="en-US" sz="2400" dirty="0" err="1">
                <a:ea typeface="Calibri"/>
                <a:cs typeface="Calibri"/>
              </a:rPr>
              <a:t>everytime</a:t>
            </a:r>
            <a:r>
              <a:rPr lang="en-US" sz="2400" dirty="0">
                <a:ea typeface="Calibri"/>
                <a:cs typeface="Calibri"/>
              </a:rPr>
              <a:t> the playbook runs, even when the configuration hasn't changed.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CC20B57-291D-9574-A34A-22728B77D0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3. Handlers and Notifications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5F57478-3037-A054-3009-26DCAC9E82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The problem</a:t>
            </a:r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06885AD-FD0C-C5C9-192B-D47360B157B5}"/>
              </a:ext>
            </a:extLst>
          </p:cNvPr>
          <p:cNvSpPr txBox="1"/>
          <p:nvPr/>
        </p:nvSpPr>
        <p:spPr>
          <a:xfrm>
            <a:off x="6918165" y="2186575"/>
            <a:ext cx="4349262" cy="3139321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Deploy nginx configuration</a:t>
            </a:r>
            <a:endParaRPr lang="en-US"/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ansible.builtin.template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src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nginx.conf.j2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dest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etc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/nginx/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nginx.conf</a:t>
            </a:r>
            <a:endParaRPr lang="en-US" dirty="0">
              <a:solidFill>
                <a:srgbClr val="A6E3A1"/>
              </a:solidFill>
              <a:ea typeface="Calibri"/>
              <a:cs typeface="Calibri"/>
            </a:endParaRPr>
          </a:p>
          <a:p>
            <a:endParaRPr lang="en-US" dirty="0">
              <a:solidFill>
                <a:srgbClr val="A6E3A1"/>
              </a:solidFill>
              <a:ea typeface="Calibri"/>
              <a:cs typeface="Calibri"/>
            </a:endParaRPr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Reload nginx</a:t>
            </a:r>
            <a:endParaRPr lang="en-US"/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ansible.builtin.service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nginx</a:t>
            </a:r>
            <a:endParaRPr lang="en-US"/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state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reloaded</a:t>
            </a:r>
            <a:endParaRPr lang="en-US"/>
          </a:p>
          <a:p>
            <a:endParaRPr lang="en-US" dirty="0">
              <a:solidFill>
                <a:srgbClr val="A6E3A1"/>
              </a:solidFill>
              <a:ea typeface="Calibri"/>
              <a:cs typeface="Calibri"/>
            </a:endParaRPr>
          </a:p>
          <a:p>
            <a:endParaRPr lang="en-US" dirty="0">
              <a:solidFill>
                <a:srgbClr val="A6E3A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6064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25BB3-922B-299A-2878-7B5356D37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CC8DA17D-F348-9A86-22FD-D3F154695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6036431" cy="38767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A task can use </a:t>
            </a:r>
            <a:r>
              <a:rPr lang="en-US" sz="240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notify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to trigger a handler when the task reports a change. If no change happens, then the handler is not triggered.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 sz="2400" dirty="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</a:rPr>
              <a:t> 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Handlers use the same modules as regular 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tasks, but run after tasks, if triggered, and only once.</a:t>
            </a:r>
            <a:endParaRPr lang="en-US" sz="2400">
              <a:ea typeface="Calibri"/>
              <a:cs typeface="Calibri"/>
            </a:endParaRPr>
          </a:p>
          <a:p>
            <a:pPr>
              <a:buNone/>
            </a:pPr>
            <a:endParaRPr lang="en-US" sz="2400" dirty="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buNone/>
            </a:pPr>
            <a:endParaRPr lang="en-US" sz="24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1114C43-4A56-F2BC-E91A-32E6112669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3. Handlers and Notifications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87945A2-A39F-E1DF-28B0-855B3C881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Handlers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CC2400-D8AF-3D52-4BBD-486ECD80BA38}"/>
              </a:ext>
            </a:extLst>
          </p:cNvPr>
          <p:cNvSpPr/>
          <p:nvPr/>
        </p:nvSpPr>
        <p:spPr>
          <a:xfrm>
            <a:off x="8042031" y="1805353"/>
            <a:ext cx="3036276" cy="386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Task 1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CB8202-69EF-FA86-EC24-A7BB4123C497}"/>
              </a:ext>
            </a:extLst>
          </p:cNvPr>
          <p:cNvSpPr/>
          <p:nvPr/>
        </p:nvSpPr>
        <p:spPr>
          <a:xfrm>
            <a:off x="8042030" y="2379783"/>
            <a:ext cx="3036276" cy="386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Task 2 -&gt; notify han</a:t>
            </a:r>
            <a:r>
              <a:rPr lang="en-US">
                <a:ea typeface="Calibri"/>
                <a:cs typeface="Calibri"/>
              </a:rPr>
              <a:t>dler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46EE6C-76C8-FF7D-436B-4DE364C810B9}"/>
              </a:ext>
            </a:extLst>
          </p:cNvPr>
          <p:cNvSpPr/>
          <p:nvPr/>
        </p:nvSpPr>
        <p:spPr>
          <a:xfrm>
            <a:off x="8042029" y="3047997"/>
            <a:ext cx="3036276" cy="386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Task 3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F0DF73-B92E-3BF7-2293-F389750A2B74}"/>
              </a:ext>
            </a:extLst>
          </p:cNvPr>
          <p:cNvSpPr/>
          <p:nvPr/>
        </p:nvSpPr>
        <p:spPr>
          <a:xfrm>
            <a:off x="8042028" y="3739658"/>
            <a:ext cx="3036276" cy="386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Task 4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4FBE3D-F65B-2C7E-8AEF-1ECF4EF94530}"/>
              </a:ext>
            </a:extLst>
          </p:cNvPr>
          <p:cNvSpPr/>
          <p:nvPr/>
        </p:nvSpPr>
        <p:spPr>
          <a:xfrm>
            <a:off x="8042027" y="4431319"/>
            <a:ext cx="3036276" cy="3868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Handler runs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A17228-5DBE-46E2-09C2-826B5618AAAB}"/>
              </a:ext>
            </a:extLst>
          </p:cNvPr>
          <p:cNvSpPr txBox="1"/>
          <p:nvPr/>
        </p:nvSpPr>
        <p:spPr>
          <a:xfrm>
            <a:off x="9060806" y="4117371"/>
            <a:ext cx="100849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Calibri"/>
                <a:cs typeface="Calibri"/>
              </a:rPr>
              <a:t>End of </a:t>
            </a:r>
            <a:r>
              <a:rPr lang="en-US" sz="1200">
                <a:ea typeface="Calibri"/>
                <a:cs typeface="Calibri"/>
              </a:rPr>
              <a:t>tasks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CFD9E3-3292-B744-3234-6E2EA4F037C2}"/>
              </a:ext>
            </a:extLst>
          </p:cNvPr>
          <p:cNvCxnSpPr/>
          <p:nvPr/>
        </p:nvCxnSpPr>
        <p:spPr>
          <a:xfrm flipV="1">
            <a:off x="8035789" y="4335401"/>
            <a:ext cx="3037918" cy="5578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791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B4B9A-A0C9-D385-0DC4-A41981CA9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5C6BD2D-A5DE-E910-198B-99DCCCA7E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6036431" cy="38767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A task can use </a:t>
            </a:r>
            <a:r>
              <a:rPr lang="en-US" sz="2400">
                <a:solidFill>
                  <a:srgbClr val="000000"/>
                </a:solidFill>
                <a:latin typeface="Consolas"/>
                <a:ea typeface="+mn-lt"/>
                <a:cs typeface="+mn-lt"/>
              </a:rPr>
              <a:t>notify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to trigger a handler when the task reports a change. If no change happens, then the handler is not triggered.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 sz="2400" dirty="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buNone/>
            </a:pPr>
            <a:r>
              <a:rPr lang="en-US" sz="2400" dirty="0">
                <a:solidFill>
                  <a:srgbClr val="000000"/>
                </a:solidFill>
                <a:ea typeface="Calibri"/>
                <a:cs typeface="Calibri"/>
              </a:rPr>
              <a:t> 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Handlers use the same modules as regular 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tasks, but run after tasks, if triggered, and only once.</a:t>
            </a:r>
            <a:endParaRPr lang="en-US" sz="2400">
              <a:ea typeface="Calibri"/>
              <a:cs typeface="Calibri"/>
            </a:endParaRPr>
          </a:p>
          <a:p>
            <a:pPr>
              <a:buNone/>
            </a:pPr>
            <a:endParaRPr lang="en-US" sz="2400" dirty="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buNone/>
            </a:pPr>
            <a:endParaRPr lang="en-US" sz="2400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C062AF-BEFD-1EC0-C243-72B24F8C32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3. Handlers and Notifications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E854A4-44E3-DB91-4E45-0E70E51627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Handlers</a:t>
            </a:r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6EA47C0-A085-492B-5101-BF89619DA8F8}"/>
              </a:ext>
            </a:extLst>
          </p:cNvPr>
          <p:cNvSpPr txBox="1"/>
          <p:nvPr/>
        </p:nvSpPr>
        <p:spPr>
          <a:xfrm>
            <a:off x="6918165" y="2186575"/>
            <a:ext cx="4349262" cy="4247317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>
                <a:solidFill>
                  <a:srgbClr val="9399B2"/>
                </a:solidFill>
                <a:ea typeface="+mn-lt"/>
                <a:cs typeface="+mn-lt"/>
              </a:rPr>
              <a:t># tasks/</a:t>
            </a:r>
            <a:r>
              <a:rPr lang="en-US" i="1" dirty="0" err="1">
                <a:solidFill>
                  <a:srgbClr val="9399B2"/>
                </a:solidFill>
                <a:ea typeface="+mn-lt"/>
                <a:cs typeface="+mn-lt"/>
              </a:rPr>
              <a:t>main.yml</a:t>
            </a:r>
            <a:endParaRPr lang="en-US">
              <a:ea typeface="Calibri"/>
              <a:cs typeface="Calibri"/>
            </a:endParaRPr>
          </a:p>
          <a:p>
            <a:endParaRPr lang="en-US" dirty="0">
              <a:solidFill>
                <a:srgbClr val="9399B2"/>
              </a:solidFill>
              <a:ea typeface="Calibri"/>
              <a:cs typeface="Calibri"/>
            </a:endParaRPr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Deploy nginx configuration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ansible.builtin.template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src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nginx.conf.j2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dest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etc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/nginx/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nginx.conf</a:t>
            </a:r>
            <a:endParaRPr lang="en-US" dirty="0">
              <a:solidFill>
                <a:srgbClr val="A6E3A1"/>
              </a:solidFill>
              <a:ea typeface="Calibri"/>
              <a:cs typeface="Calibri"/>
            </a:endParaRPr>
          </a:p>
          <a:p>
            <a:r>
              <a:rPr lang="en-US">
                <a:solidFill>
                  <a:srgbClr val="89B4FA"/>
                </a:solidFill>
                <a:ea typeface="Calibri"/>
                <a:cs typeface="Calibri"/>
              </a:rPr>
              <a:t>  notify</a:t>
            </a:r>
            <a:r>
              <a:rPr lang="en-US">
                <a:solidFill>
                  <a:srgbClr val="9399B2"/>
                </a:solidFill>
                <a:ea typeface="Calibri"/>
                <a:cs typeface="Calibri"/>
              </a:rPr>
              <a:t>: </a:t>
            </a:r>
            <a:r>
              <a:rPr lang="en-US">
                <a:solidFill>
                  <a:srgbClr val="A6E3A1"/>
                </a:solidFill>
                <a:ea typeface="Calibri"/>
                <a:cs typeface="Calibri"/>
              </a:rPr>
              <a:t>reload web server</a:t>
            </a:r>
            <a:endParaRPr lang="en-US" dirty="0">
              <a:solidFill>
                <a:srgbClr val="A6E3A1"/>
              </a:solidFill>
              <a:ea typeface="Calibri"/>
              <a:cs typeface="Calibri"/>
            </a:endParaRPr>
          </a:p>
          <a:p>
            <a:endParaRPr lang="en-US" dirty="0">
              <a:solidFill>
                <a:srgbClr val="A6E3A1"/>
              </a:solidFill>
              <a:ea typeface="Calibri"/>
              <a:cs typeface="Calibri"/>
            </a:endParaRPr>
          </a:p>
          <a:p>
            <a:r>
              <a:rPr lang="en-US" i="1" dirty="0">
                <a:solidFill>
                  <a:srgbClr val="9399B2"/>
                </a:solidFill>
                <a:ea typeface="+mn-lt"/>
                <a:cs typeface="+mn-lt"/>
              </a:rPr>
              <a:t># handlers/</a:t>
            </a:r>
            <a:r>
              <a:rPr lang="en-US" i="1" dirty="0" err="1">
                <a:solidFill>
                  <a:srgbClr val="9399B2"/>
                </a:solidFill>
                <a:ea typeface="+mn-lt"/>
                <a:cs typeface="+mn-lt"/>
              </a:rPr>
              <a:t>main.yml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Reload nginx</a:t>
            </a:r>
            <a:endParaRPr lang="en-US"/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ansible.builtin.service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nginx</a:t>
            </a:r>
            <a:endParaRPr lang="en-US"/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state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reloaded</a:t>
            </a: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listen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 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reload web server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dirty="0">
              <a:solidFill>
                <a:srgbClr val="A6E3A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29103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AA37A-2AAE-6586-8ED2-DE5B8CD1C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C9990BC-8CF7-18F2-527F-631DA4B673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3. Handlers and Notifications</a:t>
            </a:r>
            <a:endParaRPr lang="en-US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0444281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13BA1-D71D-BDF4-B5EA-010AE801F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5919E0D-7D92-913C-E150-0268BCB1D6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/>
              <a:t>4. Controlling Execution</a:t>
            </a:r>
          </a:p>
        </p:txBody>
      </p:sp>
    </p:spTree>
    <p:extLst>
      <p:ext uri="{BB962C8B-B14F-4D97-AF65-F5344CB8AC3E}">
        <p14:creationId xmlns:p14="http://schemas.microsoft.com/office/powerpoint/2010/main" val="3123855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53362-E9C9-E2F0-D452-E3043A8E8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68E8540-9F07-A67B-3C40-65548BC0E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10451548" cy="38767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>
                <a:ea typeface="+mn-lt"/>
                <a:cs typeface="+mn-lt"/>
              </a:rPr>
              <a:t>Ansible executes tasks sequentially, but tasks can be made </a:t>
            </a:r>
            <a:r>
              <a:rPr lang="en-US" sz="2400" b="1">
                <a:ea typeface="+mn-lt"/>
                <a:cs typeface="+mn-lt"/>
              </a:rPr>
              <a:t>conditional</a:t>
            </a:r>
            <a:r>
              <a:rPr lang="en-US" sz="2400">
                <a:ea typeface="+mn-lt"/>
                <a:cs typeface="+mn-lt"/>
              </a:rPr>
              <a:t> based on the current state of the system.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Ansible provides several mechanisms to control execution.</a:t>
            </a:r>
            <a:endParaRPr lang="en-US"/>
          </a:p>
          <a:p>
            <a:pPr marL="0" indent="0">
              <a:buNone/>
            </a:pPr>
            <a:endParaRPr lang="en-US" sz="24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>
              <a:buNone/>
            </a:pPr>
            <a:endParaRPr lang="en-US" sz="2400" dirty="0">
              <a:ea typeface="+mn-lt"/>
              <a:cs typeface="+mn-lt"/>
            </a:endParaRPr>
          </a:p>
          <a:p>
            <a:pPr>
              <a:buNone/>
            </a:pPr>
            <a:endParaRPr lang="en-US">
              <a:ea typeface="+mn-lt"/>
              <a:cs typeface="+mn-lt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FE4BC3C-0D04-5A67-50A2-303873709C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4. Controlling Execution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2A1FD82-5C81-B323-84FA-D434F0EB2D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Special keywords for execution control</a:t>
            </a:r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969EF53-C2BB-4581-9555-1774FF0A6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158178"/>
              </p:ext>
            </p:extLst>
          </p:nvPr>
        </p:nvGraphicFramePr>
        <p:xfrm>
          <a:off x="1975994" y="3716414"/>
          <a:ext cx="816864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3015721190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39236237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Keyword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Purpose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332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Consolas"/>
                        </a:rPr>
                        <a:t>when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Conditio</a:t>
                      </a: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nally execute a task</a:t>
                      </a:r>
                      <a:endParaRPr lang="en-US" sz="1800" b="0" i="0" u="none" strike="noStrike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108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latin typeface="Consolas"/>
                        </a:rPr>
                        <a:t>register</a:t>
                      </a:r>
                      <a:endParaRPr lang="en-US" dirty="0">
                        <a:latin typeface="Consola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/>
                        <a:t>Save the result of a task in a va</a:t>
                      </a:r>
                      <a:r>
                        <a:rPr lang="en-US" sz="1800" b="0" i="0" u="none" strike="noStrike" noProof="0"/>
                        <a:t>riable</a:t>
                      </a:r>
                      <a:endParaRPr lang="en-US" sz="1800" b="0" i="0" u="none" strike="noStrike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090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>
                          <a:latin typeface="Consolas"/>
                        </a:rPr>
                        <a:t>changed_when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Control whether a </a:t>
                      </a:r>
                      <a:r>
                        <a:rPr lang="en-US" err="1"/>
                        <a:t>tas</a:t>
                      </a:r>
                      <a:r>
                        <a:rPr lang="en-US"/>
                        <a:t>k is considered changed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539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>
                          <a:latin typeface="Consolas"/>
                        </a:rPr>
                        <a:t>failed_when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Control whether a task is considered failed</a:t>
                      </a:r>
                      <a:endParaRPr lang="en-US" sz="1800" b="0" i="0" u="none" strike="noStrike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4234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67730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22416-3380-544B-C43B-0ECBCB1FE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90767DA-71E4-F541-C788-6C68C70CA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10451548" cy="38767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 dirty="0">
                <a:ea typeface="+mn-lt"/>
                <a:cs typeface="+mn-lt"/>
              </a:rPr>
              <a:t>In addition to regular user defined variables, a set of information on the managed host is available with the special variable </a:t>
            </a:r>
            <a:r>
              <a:rPr lang="en-US" sz="2400" dirty="0" err="1">
                <a:latin typeface="Consolas"/>
                <a:ea typeface="+mn-lt"/>
                <a:cs typeface="+mn-lt"/>
              </a:rPr>
              <a:t>ansible_facts</a:t>
            </a:r>
            <a:r>
              <a:rPr lang="en-US" sz="2400" dirty="0">
                <a:latin typeface="Calibri"/>
                <a:ea typeface="+mn-lt"/>
                <a:cs typeface="+mn-lt"/>
              </a:rPr>
              <a:t>.</a:t>
            </a:r>
            <a:endParaRPr lang="en-US" dirty="0" err="1">
              <a:latin typeface="Calibri"/>
            </a:endParaRPr>
          </a:p>
          <a:p>
            <a:pPr>
              <a:buNone/>
            </a:pPr>
            <a:endParaRPr lang="en-US" sz="2400" dirty="0">
              <a:ea typeface="Calibri"/>
              <a:cs typeface="Calibri"/>
            </a:endParaRPr>
          </a:p>
          <a:p>
            <a:pPr>
              <a:buNone/>
            </a:pPr>
            <a:r>
              <a:rPr lang="en-US" sz="2400" dirty="0">
                <a:ea typeface="+mn-lt"/>
                <a:cs typeface="+mn-lt"/>
              </a:rPr>
              <a:t>These include operating system and distribution, hostname, </a:t>
            </a:r>
            <a:r>
              <a:rPr lang="en-US" sz="2400" dirty="0" err="1">
                <a:ea typeface="+mn-lt"/>
                <a:cs typeface="+mn-lt"/>
              </a:rPr>
              <a:t>cpu</a:t>
            </a:r>
            <a:r>
              <a:rPr lang="en-US" sz="2400" dirty="0">
                <a:ea typeface="+mn-lt"/>
                <a:cs typeface="+mn-lt"/>
              </a:rPr>
              <a:t> architecture, memory, environment information and more.</a:t>
            </a:r>
          </a:p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>
              <a:buNone/>
            </a:pPr>
            <a:endParaRPr lang="en-US" sz="2400" dirty="0">
              <a:ea typeface="+mn-lt"/>
              <a:cs typeface="+mn-lt"/>
            </a:endParaRPr>
          </a:p>
          <a:p>
            <a:pPr>
              <a:buNone/>
            </a:pPr>
            <a:endParaRPr lang="en-US">
              <a:ea typeface="+mn-lt"/>
              <a:cs typeface="+mn-lt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26D0E09-D934-0BFD-C895-64CA6795B8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4. Controlling Execution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F7907F8-45B7-0DF3-D03E-00BDD99A9A1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Ansible Facts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775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4B894-C2DA-E21E-8657-B1611EB0B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5320E00-5B9D-8056-6F25-7494AA8C9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364078" cy="387678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sz="2400">
                <a:ea typeface="+mn-lt"/>
                <a:cs typeface="+mn-lt"/>
              </a:rPr>
              <a:t>The </a:t>
            </a:r>
            <a:r>
              <a:rPr lang="en-US" sz="2400">
                <a:latin typeface="Consolas"/>
                <a:ea typeface="+mn-lt"/>
                <a:cs typeface="+mn-lt"/>
              </a:rPr>
              <a:t>register</a:t>
            </a:r>
            <a:r>
              <a:rPr lang="en-US" sz="2400">
                <a:ea typeface="+mn-lt"/>
                <a:cs typeface="+mn-lt"/>
              </a:rPr>
              <a:t> keyword stores the result of a task in a variable.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 sz="2400" dirty="0">
              <a:ea typeface="+mn-lt"/>
              <a:cs typeface="+mn-lt"/>
            </a:endParaRPr>
          </a:p>
          <a:p>
            <a:pPr>
              <a:buNone/>
            </a:pPr>
            <a:r>
              <a:rPr lang="en-US" sz="2400" dirty="0">
                <a:ea typeface="+mn-lt"/>
                <a:cs typeface="+mn-lt"/>
              </a:rPr>
              <a:t>The resulting variable contains </a:t>
            </a:r>
            <a:r>
              <a:rPr lang="en-US" sz="2400">
                <a:ea typeface="+mn-lt"/>
                <a:cs typeface="+mn-lt"/>
              </a:rPr>
              <a:t>information like:</a:t>
            </a:r>
          </a:p>
          <a:p>
            <a:r>
              <a:rPr lang="en-US" sz="2400" dirty="0" err="1">
                <a:ea typeface="Calibri"/>
                <a:cs typeface="Calibri"/>
              </a:rPr>
              <a:t>rc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 dirty="0" err="1">
                <a:ea typeface="Calibri"/>
                <a:cs typeface="Calibri"/>
              </a:rPr>
              <a:t>stdout</a:t>
            </a:r>
            <a:r>
              <a:rPr lang="en-US" sz="2400" dirty="0">
                <a:ea typeface="Calibri"/>
                <a:cs typeface="Calibri"/>
              </a:rPr>
              <a:t> </a:t>
            </a:r>
          </a:p>
          <a:p>
            <a:r>
              <a:rPr lang="en-US" sz="2400">
                <a:ea typeface="Calibri"/>
                <a:cs typeface="Calibri"/>
              </a:rPr>
              <a:t>stderr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>
                <a:ea typeface="Calibri"/>
                <a:cs typeface="Calibri"/>
              </a:rPr>
              <a:t>changed</a:t>
            </a:r>
            <a:endParaRPr lang="en-US" sz="2400" dirty="0">
              <a:ea typeface="Calibri"/>
              <a:cs typeface="Calibri"/>
            </a:endParaRPr>
          </a:p>
          <a:p>
            <a:r>
              <a:rPr lang="en-US" sz="2400">
                <a:ea typeface="Calibri"/>
                <a:cs typeface="Calibri"/>
              </a:rPr>
              <a:t>failed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4705B09-A78A-0E36-24CB-B7FE24E159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4. Controlling Execution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6E7ADAC-7989-972F-7D86-D27D1CFD3D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Register</a:t>
            </a:r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0976297-7603-F86F-DFFA-B32C599C8CF0}"/>
              </a:ext>
            </a:extLst>
          </p:cNvPr>
          <p:cNvSpPr txBox="1"/>
          <p:nvPr/>
        </p:nvSpPr>
        <p:spPr>
          <a:xfrm>
            <a:off x="7119871" y="2545163"/>
            <a:ext cx="4562173" cy="1200329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Check application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ansible.builtin.command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cmd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/opt/myapp/check.sh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register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check_result</a:t>
            </a:r>
            <a:endParaRPr lang="en-US" dirty="0" err="1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116957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78E61-9A15-8DF9-8468-BBA6A148F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446F87F-2252-9638-F364-158D21F42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364078" cy="38767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 dirty="0" err="1">
                <a:latin typeface="Consolas"/>
                <a:ea typeface="+mn-lt"/>
                <a:cs typeface="+mn-lt"/>
              </a:rPr>
              <a:t>changed_when</a:t>
            </a:r>
            <a:r>
              <a:rPr lang="en-US" sz="2400" dirty="0">
                <a:ea typeface="+mn-lt"/>
                <a:cs typeface="+mn-lt"/>
              </a:rPr>
              <a:t> can determine whether a task changed the system based on its output.</a:t>
            </a:r>
          </a:p>
          <a:p>
            <a:pPr>
              <a:buNone/>
            </a:pPr>
            <a:endParaRPr lang="en-US" sz="2400" dirty="0">
              <a:ea typeface="Calibri"/>
              <a:cs typeface="Calibri"/>
            </a:endParaRPr>
          </a:p>
          <a:p>
            <a:pPr>
              <a:buNone/>
            </a:pPr>
            <a:r>
              <a:rPr lang="en-US" sz="2400">
                <a:ea typeface="Calibri"/>
                <a:cs typeface="Calibri"/>
              </a:rPr>
              <a:t>This is particularly useful for read-only commands and when using</a:t>
            </a:r>
            <a:r>
              <a:rPr lang="en-US" sz="2400">
                <a:ea typeface="+mn-lt"/>
                <a:cs typeface="+mn-lt"/>
              </a:rPr>
              <a:t> modules such as </a:t>
            </a:r>
            <a:r>
              <a:rPr lang="en-US" sz="2400">
                <a:latin typeface="Consolas"/>
                <a:ea typeface="Calibri"/>
                <a:cs typeface="Calibri"/>
              </a:rPr>
              <a:t>command</a:t>
            </a:r>
            <a:r>
              <a:rPr lang="en-US" sz="2400">
                <a:ea typeface="+mn-lt"/>
                <a:cs typeface="+mn-lt"/>
              </a:rPr>
              <a:t> or </a:t>
            </a:r>
            <a:r>
              <a:rPr lang="en-US" sz="2400">
                <a:latin typeface="Consolas"/>
                <a:ea typeface="Calibri"/>
                <a:cs typeface="Calibri"/>
              </a:rPr>
              <a:t>shell</a:t>
            </a:r>
            <a:r>
              <a:rPr lang="en-US" sz="2400">
                <a:ea typeface="+mn-lt"/>
                <a:cs typeface="+mn-lt"/>
              </a:rPr>
              <a:t>, which cannot always determine the desired state themselves.</a:t>
            </a:r>
            <a:endParaRPr lang="en-US"/>
          </a:p>
          <a:p>
            <a:pPr>
              <a:buNone/>
            </a:pPr>
            <a:endParaRPr lang="en-US" sz="2400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087EB1-F71D-A97F-C2EB-F680CB16E0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4. Controlling Execution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34DA95F-C08E-67A2-C631-32EF6C4979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 err="1">
                <a:ea typeface="Calibri"/>
                <a:cs typeface="Calibri"/>
              </a:rPr>
              <a:t>changed_when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5D97B6D-3A9A-5FA5-FBD0-3673C2052ADD}"/>
              </a:ext>
            </a:extLst>
          </p:cNvPr>
          <p:cNvSpPr txBox="1"/>
          <p:nvPr/>
        </p:nvSpPr>
        <p:spPr>
          <a:xfrm>
            <a:off x="7119871" y="2152957"/>
            <a:ext cx="4562173" cy="1754326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Update configuration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ansible.builtin.command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cmd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/opt/myapp/update.sh</a:t>
            </a:r>
            <a:endParaRPr lang="en-US"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register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result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changed_when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"'updated' in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result.stdout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"</a:t>
            </a:r>
            <a:endParaRPr lang="en-US">
              <a:ea typeface="+mn-lt"/>
              <a:cs typeface="+mn-lt"/>
            </a:endParaRPr>
          </a:p>
          <a:p>
            <a:endParaRPr lang="en-US" dirty="0">
              <a:solidFill>
                <a:srgbClr val="A6E3A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17289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769EF-5BA5-800B-7B9D-D6F8EF219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BD14D0A-4701-C6EF-B085-54F4C97FD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364078" cy="387678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 sz="2400">
                <a:ea typeface="+mn-lt"/>
                <a:cs typeface="+mn-lt"/>
              </a:rPr>
              <a:t>The </a:t>
            </a:r>
            <a:r>
              <a:rPr lang="en-US" sz="2400">
                <a:latin typeface="Consolas"/>
                <a:ea typeface="+mn-lt"/>
                <a:cs typeface="+mn-lt"/>
              </a:rPr>
              <a:t>when</a:t>
            </a:r>
            <a:r>
              <a:rPr lang="en-US" sz="2400">
                <a:ea typeface="+mn-lt"/>
                <a:cs typeface="+mn-lt"/>
              </a:rPr>
              <a:t> keyword determines whether a task should execute.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 sz="2400" dirty="0">
              <a:ea typeface="Calibri"/>
              <a:cs typeface="Calibri"/>
            </a:endParaRPr>
          </a:p>
          <a:p>
            <a:pPr>
              <a:buNone/>
            </a:pPr>
            <a:r>
              <a:rPr lang="en-US" sz="2400" dirty="0">
                <a:ea typeface="Calibri"/>
                <a:cs typeface="Calibri"/>
              </a:rPr>
              <a:t>In this example, we use the </a:t>
            </a:r>
            <a:r>
              <a:rPr lang="en-US" sz="2400" dirty="0" err="1">
                <a:latin typeface="Consolas"/>
                <a:ea typeface="Calibri"/>
                <a:cs typeface="Calibri"/>
              </a:rPr>
              <a:t>os_family</a:t>
            </a:r>
            <a:r>
              <a:rPr lang="en-US" sz="2400" dirty="0">
                <a:latin typeface="Consolas"/>
                <a:ea typeface="Calibri"/>
                <a:cs typeface="Calibri"/>
              </a:rPr>
              <a:t> </a:t>
            </a:r>
            <a:r>
              <a:rPr lang="en-US" sz="2400" dirty="0">
                <a:ea typeface="Calibri"/>
                <a:cs typeface="Calibri"/>
              </a:rPr>
              <a:t>fact  to determine which package manager to use to install software.</a:t>
            </a:r>
          </a:p>
          <a:p>
            <a:pPr>
              <a:buNone/>
            </a:pPr>
            <a:endParaRPr lang="en-US" sz="2400" dirty="0">
              <a:ea typeface="+mn-lt"/>
              <a:cs typeface="+mn-lt"/>
            </a:endParaRPr>
          </a:p>
          <a:p>
            <a:pPr>
              <a:buNone/>
            </a:pPr>
            <a:r>
              <a:rPr lang="en-US" sz="2400" dirty="0">
                <a:ea typeface="+mn-lt"/>
                <a:cs typeface="+mn-lt"/>
              </a:rPr>
              <a:t>If a task using when is not applied, the task output will </a:t>
            </a:r>
            <a:r>
              <a:rPr lang="en-US" sz="2400">
                <a:ea typeface="+mn-lt"/>
                <a:cs typeface="+mn-lt"/>
              </a:rPr>
              <a:t>display </a:t>
            </a:r>
            <a:r>
              <a:rPr lang="en-US" sz="2400">
                <a:latin typeface="Consolas"/>
                <a:ea typeface="+mn-lt"/>
                <a:cs typeface="+mn-lt"/>
              </a:rPr>
              <a:t>skipped </a:t>
            </a:r>
            <a:r>
              <a:rPr lang="en-US" sz="2400">
                <a:ea typeface="+mn-lt"/>
                <a:cs typeface="+mn-lt"/>
              </a:rPr>
              <a:t>instead of </a:t>
            </a:r>
            <a:r>
              <a:rPr lang="en-US" sz="2400">
                <a:latin typeface="Consolas"/>
                <a:ea typeface="+mn-lt"/>
                <a:cs typeface="+mn-lt"/>
              </a:rPr>
              <a:t>ok </a:t>
            </a:r>
            <a:r>
              <a:rPr lang="en-US" sz="2400">
                <a:ea typeface="+mn-lt"/>
                <a:cs typeface="+mn-lt"/>
              </a:rPr>
              <a:t>or </a:t>
            </a:r>
            <a:r>
              <a:rPr lang="en-US" sz="2400" dirty="0">
                <a:latin typeface="Consolas"/>
                <a:ea typeface="+mn-lt"/>
                <a:cs typeface="+mn-lt"/>
              </a:rPr>
              <a:t>changed</a:t>
            </a:r>
          </a:p>
          <a:p>
            <a:pPr>
              <a:buNone/>
            </a:pPr>
            <a:endParaRPr lang="en-US" sz="2400" dirty="0">
              <a:ea typeface="+mn-lt"/>
              <a:cs typeface="+mn-lt"/>
            </a:endParaRPr>
          </a:p>
          <a:p>
            <a:pPr>
              <a:buNone/>
            </a:pPr>
            <a:endParaRPr lang="en-US" sz="2400" dirty="0">
              <a:ea typeface="+mn-lt"/>
              <a:cs typeface="+mn-lt"/>
            </a:endParaRPr>
          </a:p>
          <a:p>
            <a:pPr>
              <a:buNone/>
            </a:pPr>
            <a:endParaRPr lang="en-US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>
              <a:buNone/>
            </a:pPr>
            <a:endParaRPr lang="en-US" sz="2400" dirty="0">
              <a:ea typeface="+mn-lt"/>
              <a:cs typeface="+mn-lt"/>
            </a:endParaRPr>
          </a:p>
          <a:p>
            <a:pPr>
              <a:buNone/>
            </a:pPr>
            <a:endParaRPr lang="en-US">
              <a:ea typeface="+mn-lt"/>
              <a:cs typeface="+mn-lt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58D522B-F447-BD79-3351-995508CAC3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4. Controlling Execution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473354D-01B0-F45B-352E-C6DDFBB608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When</a:t>
            </a:r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A804AC2-43E6-726F-0FDA-0B98794DAD2E}"/>
              </a:ext>
            </a:extLst>
          </p:cNvPr>
          <p:cNvSpPr txBox="1"/>
          <p:nvPr/>
        </p:nvSpPr>
        <p:spPr>
          <a:xfrm>
            <a:off x="7119871" y="2545163"/>
            <a:ext cx="4562173" cy="3416320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Install nginx on Debian</a:t>
            </a:r>
            <a:endParaRPr lang="en-US"/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ansible.builtin.apt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nginx</a:t>
            </a:r>
            <a:endParaRPr lang="en-US"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state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present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when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ansible_facts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['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os_family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'] == 'Debian'</a:t>
            </a:r>
            <a:endParaRPr lang="en-US">
              <a:ea typeface="+mn-lt"/>
              <a:cs typeface="+mn-lt"/>
            </a:endParaRPr>
          </a:p>
          <a:p>
            <a:endParaRPr lang="en-US" dirty="0"/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Install nginx on RedHat</a:t>
            </a:r>
            <a:endParaRPr lang="en-US"/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ansible.builtin.dnf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nginx</a:t>
            </a:r>
            <a:endParaRPr lang="en-US"/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  state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present</a:t>
            </a:r>
            <a:endParaRPr lang="en-US"/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when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ansible_facts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['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os_family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'] == 'RedHat'</a:t>
            </a:r>
            <a:endParaRPr lang="en-US">
              <a:ea typeface="Calibri"/>
              <a:cs typeface="Calibri"/>
            </a:endParaRPr>
          </a:p>
          <a:p>
            <a:endParaRPr lang="en-US" dirty="0">
              <a:solidFill>
                <a:srgbClr val="A6E3A1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7588218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A47A1-EB82-3654-F447-3ED5C07D3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817692F-51CE-26FB-B24F-60423C065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364078" cy="38767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>
                <a:ea typeface="+mn-lt"/>
                <a:cs typeface="+mn-lt"/>
              </a:rPr>
              <a:t>A registered result can be used in a </a:t>
            </a:r>
            <a:r>
              <a:rPr lang="en-US" sz="2400">
                <a:latin typeface="Consolas"/>
                <a:ea typeface="+mn-lt"/>
                <a:cs typeface="+mn-lt"/>
              </a:rPr>
              <a:t>when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>
                <a:ea typeface="+mn-lt"/>
                <a:cs typeface="+mn-lt"/>
              </a:rPr>
              <a:t>condition.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endParaRPr lang="en-US" sz="2400" dirty="0">
              <a:ea typeface="Calibri"/>
              <a:cs typeface="Calibri"/>
            </a:endParaRPr>
          </a:p>
          <a:p>
            <a:pPr>
              <a:buNone/>
            </a:pPr>
            <a:r>
              <a:rPr lang="en-US" sz="2400" dirty="0">
                <a:ea typeface="Calibri"/>
                <a:cs typeface="Calibri"/>
              </a:rPr>
              <a:t>Here we set </a:t>
            </a:r>
            <a:r>
              <a:rPr lang="en-US" sz="2400" dirty="0" err="1">
                <a:latin typeface="Consolas"/>
                <a:ea typeface="Calibri"/>
                <a:cs typeface="Calibri"/>
              </a:rPr>
              <a:t>changed_when</a:t>
            </a:r>
            <a:r>
              <a:rPr lang="en-US" sz="2400" dirty="0">
                <a:ea typeface="Calibri"/>
                <a:cs typeface="Calibri"/>
              </a:rPr>
              <a:t> to false because the command is </a:t>
            </a:r>
            <a:r>
              <a:rPr lang="en-US" sz="2400" dirty="0" err="1">
                <a:ea typeface="Calibri"/>
                <a:cs typeface="Calibri"/>
              </a:rPr>
              <a:t>read_only</a:t>
            </a:r>
            <a:r>
              <a:rPr lang="en-US" sz="2400" dirty="0">
                <a:ea typeface="Calibri"/>
                <a:cs typeface="Calibri"/>
              </a:rPr>
              <a:t> and serves only to determine whether to apply changes on the next task.</a:t>
            </a:r>
          </a:p>
          <a:p>
            <a:pPr>
              <a:buNone/>
            </a:pPr>
            <a:endParaRPr lang="en-US" sz="2400" dirty="0">
              <a:ea typeface="Calibri"/>
              <a:cs typeface="Calibri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DA8FC3-4D7D-E564-09F2-1DC520AB31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4. Controlling Execution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5A81E3D-3C72-9C82-8724-7147D400B3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>
                <a:ea typeface="+mn-lt"/>
                <a:cs typeface="+mn-lt"/>
              </a:rPr>
              <a:t>When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BBD3E43-DAB8-1DB7-0674-B9D6147876DD}"/>
              </a:ext>
            </a:extLst>
          </p:cNvPr>
          <p:cNvSpPr txBox="1"/>
          <p:nvPr/>
        </p:nvSpPr>
        <p:spPr>
          <a:xfrm>
            <a:off x="7119871" y="2152957"/>
            <a:ext cx="4562173" cy="3139321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Check application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ansible.builtin.command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cmd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/opt/myapp/check.sh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register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check_result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changed_when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FAB387"/>
                </a:solidFill>
                <a:ea typeface="+mn-lt"/>
                <a:cs typeface="+mn-lt"/>
              </a:rPr>
              <a:t>false</a:t>
            </a:r>
            <a:endParaRPr lang="en-US">
              <a:ea typeface="+mn-lt"/>
              <a:cs typeface="+mn-lt"/>
            </a:endParaRPr>
          </a:p>
          <a:p>
            <a:endParaRPr lang="en-US" dirty="0"/>
          </a:p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Run repair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ansible.builtin.command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cmd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/opt/myapp/repair.sh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when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check_result.rc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 != 0</a:t>
            </a:r>
            <a:endParaRPr lang="en-US">
              <a:ea typeface="+mn-lt"/>
              <a:cs typeface="+mn-lt"/>
            </a:endParaRPr>
          </a:p>
          <a:p>
            <a:endParaRPr lang="en-US" dirty="0">
              <a:solidFill>
                <a:srgbClr val="A6E3A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589756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341BC-B4FE-CD81-6501-76F0F44C9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A561897-5244-5177-724B-00A12C093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814"/>
            <a:ext cx="5364078" cy="38767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 dirty="0" err="1">
                <a:latin typeface="Consolas"/>
                <a:ea typeface="+mn-lt"/>
                <a:cs typeface="+mn-lt"/>
              </a:rPr>
              <a:t>failed</a:t>
            </a:r>
            <a:r>
              <a:rPr lang="en-US" sz="2400" dirty="0" err="1">
                <a:latin typeface="Consolas"/>
                <a:ea typeface="Calibri"/>
                <a:cs typeface="Calibri"/>
              </a:rPr>
              <a:t>_when</a:t>
            </a:r>
            <a:r>
              <a:rPr lang="en-US" sz="2400" dirty="0">
                <a:ea typeface="+mn-lt"/>
                <a:cs typeface="+mn-lt"/>
              </a:rPr>
              <a:t> controls when a task should be considered </a:t>
            </a:r>
            <a:r>
              <a:rPr lang="en-US" sz="2400" b="1" dirty="0">
                <a:ea typeface="+mn-lt"/>
                <a:cs typeface="+mn-lt"/>
              </a:rPr>
              <a:t>failed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endParaRPr lang="en-US" sz="2400" dirty="0">
              <a:ea typeface="+mn-lt"/>
              <a:cs typeface="+mn-lt"/>
            </a:endParaRPr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This is useful when a command has </a:t>
            </a:r>
            <a:r>
              <a:rPr lang="en-US" sz="2400" b="1">
                <a:ea typeface="+mn-lt"/>
                <a:cs typeface="+mn-lt"/>
              </a:rPr>
              <a:t>non-standard exit codes</a:t>
            </a:r>
            <a:r>
              <a:rPr lang="en-US" sz="2400">
                <a:ea typeface="+mn-lt"/>
                <a:cs typeface="+mn-lt"/>
              </a:rPr>
              <a:t> where some non-zero values are expected.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47F2754-0DE2-883F-88A4-FA6556EE5E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4. Controlling Execution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2851122-054D-8C36-0414-180001BA48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24732"/>
          </a:xfr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US" err="1">
                <a:ea typeface="+mn-lt"/>
                <a:cs typeface="+mn-lt"/>
              </a:rPr>
              <a:t>failed_when</a:t>
            </a:r>
            <a:endParaRPr lang="en-US" err="1">
              <a:ea typeface="Calibri"/>
              <a:cs typeface="Calibri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09252CA-7785-73B0-B104-EA6AF9D2BA27}"/>
              </a:ext>
            </a:extLst>
          </p:cNvPr>
          <p:cNvSpPr txBox="1"/>
          <p:nvPr/>
        </p:nvSpPr>
        <p:spPr>
          <a:xfrm>
            <a:off x="7119871" y="2152957"/>
            <a:ext cx="4562173" cy="2062103"/>
          </a:xfrm>
          <a:prstGeom prst="rect">
            <a:avLst/>
          </a:prstGeom>
          <a:solidFill>
            <a:srgbClr val="3D2683"/>
          </a:solidFill>
          <a:ln>
            <a:solidFill>
              <a:srgbClr val="4472C4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- </a:t>
            </a:r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name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Run application check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ansible.builtin.command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cmd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/opt/myapp/check.sh</a:t>
            </a:r>
            <a:endParaRPr lang="en-US">
              <a:ea typeface="+mn-lt"/>
              <a:cs typeface="+mn-lt"/>
            </a:endParaRPr>
          </a:p>
          <a:p>
            <a:r>
              <a:rPr lang="en-US">
                <a:solidFill>
                  <a:srgbClr val="89B4FA"/>
                </a:solidFill>
                <a:ea typeface="+mn-lt"/>
                <a:cs typeface="+mn-lt"/>
              </a:rPr>
              <a:t>  register</a:t>
            </a:r>
            <a:r>
              <a:rPr lang="en-US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>
                <a:solidFill>
                  <a:srgbClr val="A6E3A1"/>
                </a:solidFill>
                <a:ea typeface="+mn-lt"/>
                <a:cs typeface="+mn-lt"/>
              </a:rPr>
              <a:t>result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changed_when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>
                <a:solidFill>
                  <a:srgbClr val="FAB387"/>
                </a:solidFill>
                <a:ea typeface="+mn-lt"/>
                <a:cs typeface="+mn-lt"/>
              </a:rPr>
              <a:t>false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solidFill>
                  <a:srgbClr val="89B4FA"/>
                </a:solidFill>
                <a:ea typeface="+mn-lt"/>
                <a:cs typeface="+mn-lt"/>
              </a:rPr>
              <a:t>  </a:t>
            </a:r>
            <a:r>
              <a:rPr lang="en-US" dirty="0" err="1">
                <a:solidFill>
                  <a:srgbClr val="89B4FA"/>
                </a:solidFill>
                <a:ea typeface="+mn-lt"/>
                <a:cs typeface="+mn-lt"/>
              </a:rPr>
              <a:t>failed_when</a:t>
            </a:r>
            <a:r>
              <a:rPr lang="en-US" dirty="0">
                <a:solidFill>
                  <a:srgbClr val="9399B2"/>
                </a:solidFill>
                <a:ea typeface="+mn-lt"/>
                <a:cs typeface="+mn-lt"/>
              </a:rPr>
              <a:t>: </a:t>
            </a:r>
            <a:r>
              <a:rPr lang="en-US" dirty="0" err="1">
                <a:solidFill>
                  <a:srgbClr val="A6E3A1"/>
                </a:solidFill>
                <a:ea typeface="+mn-lt"/>
                <a:cs typeface="+mn-lt"/>
              </a:rPr>
              <a:t>result.rc</a:t>
            </a:r>
            <a:r>
              <a:rPr lang="en-US" dirty="0">
                <a:solidFill>
                  <a:srgbClr val="A6E3A1"/>
                </a:solidFill>
                <a:ea typeface="+mn-lt"/>
                <a:cs typeface="+mn-lt"/>
              </a:rPr>
              <a:t> &gt; 1</a:t>
            </a:r>
            <a:endParaRPr lang="en-US">
              <a:ea typeface="Calibri"/>
              <a:cs typeface="Calibri"/>
            </a:endParaRPr>
          </a:p>
          <a:p>
            <a:endParaRPr lang="en-US" sz="2000" dirty="0">
              <a:solidFill>
                <a:srgbClr val="A6E3A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93947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B2FFC-9F3F-40E7-F215-E1E645411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55E90482-04E4-9DB2-6CEB-D6E91C415C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4. Controlling Execution</a:t>
            </a:r>
            <a:endParaRPr lang="en-US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7039338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97205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5962EC7E-FDEE-D84F-9BF9-F910FCF93787}" vid="{A8A75BDC-84E3-BB4E-B368-D9F6C207AC9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 Office</Template>
  <Application>Microsoft Office PowerPoint</Application>
  <PresentationFormat>Widescreen</PresentationFormat>
  <Slides>32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Thème Office</vt:lpstr>
      <vt:lpstr>Ansible Efficient Idempotency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Backends and Collaboration</dc:title>
  <dc:creator>Draltan Marin</dc:creator>
  <cp:revision>1251</cp:revision>
  <dcterms:created xsi:type="dcterms:W3CDTF">2023-10-06T12:02:48Z</dcterms:created>
  <dcterms:modified xsi:type="dcterms:W3CDTF">2026-08-18T15:11:05Z</dcterms:modified>
</cp:coreProperties>
</file>