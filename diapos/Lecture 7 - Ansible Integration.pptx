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9" r:id="rId2"/>
    <p:sldId id="263" r:id="rId3"/>
    <p:sldId id="267" r:id="rId4"/>
    <p:sldId id="384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86" r:id="rId16"/>
    <p:sldId id="380" r:id="rId17"/>
    <p:sldId id="387" r:id="rId18"/>
    <p:sldId id="398" r:id="rId19"/>
    <p:sldId id="399" r:id="rId20"/>
    <p:sldId id="400" r:id="rId21"/>
    <p:sldId id="402" r:id="rId22"/>
    <p:sldId id="401" r:id="rId23"/>
    <p:sldId id="404" r:id="rId24"/>
    <p:sldId id="405" r:id="rId25"/>
    <p:sldId id="407" r:id="rId26"/>
    <p:sldId id="408" r:id="rId27"/>
    <p:sldId id="409" r:id="rId28"/>
    <p:sldId id="410" r:id="rId29"/>
    <p:sldId id="411" r:id="rId30"/>
    <p:sldId id="413" r:id="rId31"/>
    <p:sldId id="412" r:id="rId32"/>
    <p:sldId id="414" r:id="rId33"/>
    <p:sldId id="382" r:id="rId34"/>
    <p:sldId id="264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37724-87D7-5D8F-AD6D-017E58924082}" v="1" dt="2026-08-18T15:11:22.355"/>
    <p1510:client id="{75D92E10-DF78-B02E-D596-07F34CE9B31F}" v="5220" dt="2026-08-17T06:11:09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z Pay" userId="S::amoz1.pay@supinfo.com::4d2f8cb2-b070-4ae8-bcd7-1f67ea500ae8" providerId="AD" clId="Web-{DC1C731A-088A-1F39-513A-C22807DF2E3B}"/>
    <pc:docChg chg="addSld delSld modSld sldOrd">
      <pc:chgData name="Amoz Pay" userId="S::amoz1.pay@supinfo.com::4d2f8cb2-b070-4ae8-bcd7-1f67ea500ae8" providerId="AD" clId="Web-{DC1C731A-088A-1F39-513A-C22807DF2E3B}" dt="2026-08-10T15:56:25.061" v="579"/>
      <pc:docMkLst>
        <pc:docMk/>
      </pc:docMkLst>
    </pc:docChg>
  </pc:docChgLst>
  <pc:docChgLst>
    <pc:chgData name="Amoz Pay" userId="S::amoz1.pay@supinfo.com::4d2f8cb2-b070-4ae8-bcd7-1f67ea500ae8" providerId="AD" clId="Web-{53667E51-25DB-8EE3-1F7C-283881D1D32A}"/>
    <pc:docChg chg="addSld modSld sldOrd">
      <pc:chgData name="Amoz Pay" userId="S::amoz1.pay@supinfo.com::4d2f8cb2-b070-4ae8-bcd7-1f67ea500ae8" providerId="AD" clId="Web-{53667E51-25DB-8EE3-1F7C-283881D1D32A}" dt="2026-08-11T16:48:34.484" v="1261" actId="20577"/>
      <pc:docMkLst>
        <pc:docMk/>
      </pc:docMkLst>
    </pc:docChg>
  </pc:docChgLst>
  <pc:docChgLst>
    <pc:chgData clId="Web-{75D92E10-DF78-B02E-D596-07F34CE9B31F}"/>
    <pc:docChg chg="modSld">
      <pc:chgData name="" userId="" providerId="" clId="Web-{75D92E10-DF78-B02E-D596-07F34CE9B31F}" dt="2026-08-17T05:46:40.708" v="0" actId="20577"/>
      <pc:docMkLst>
        <pc:docMk/>
      </pc:docMkLst>
      <pc:sldChg chg="modSp">
        <pc:chgData name="" userId="" providerId="" clId="Web-{75D92E10-DF78-B02E-D596-07F34CE9B31F}" dt="2026-08-17T05:46:40.708" v="0" actId="20577"/>
        <pc:sldMkLst>
          <pc:docMk/>
          <pc:sldMk cId="1309653980" sldId="409"/>
        </pc:sldMkLst>
        <pc:spChg chg="mod">
          <ac:chgData name="" userId="" providerId="" clId="Web-{75D92E10-DF78-B02E-D596-07F34CE9B31F}" dt="2026-08-17T05:46:40.708" v="0" actId="20577"/>
          <ac:spMkLst>
            <pc:docMk/>
            <pc:sldMk cId="1309653980" sldId="409"/>
            <ac:spMk id="2" creationId="{2D949684-6865-7DE1-2E84-12584CBB0722}"/>
          </ac:spMkLst>
        </pc:spChg>
      </pc:sldChg>
    </pc:docChg>
  </pc:docChgLst>
  <pc:docChgLst>
    <pc:chgData name="Amoz Pay" userId="S::amoz1.pay@supinfo.com::4d2f8cb2-b070-4ae8-bcd7-1f67ea500ae8" providerId="AD" clId="Web-{35D37724-87D7-5D8F-AD6D-017E58924082}"/>
    <pc:docChg chg="delSld">
      <pc:chgData name="Amoz Pay" userId="S::amoz1.pay@supinfo.com::4d2f8cb2-b070-4ae8-bcd7-1f67ea500ae8" providerId="AD" clId="Web-{35D37724-87D7-5D8F-AD6D-017E58924082}" dt="2026-08-18T15:11:22.355" v="0"/>
      <pc:docMkLst>
        <pc:docMk/>
      </pc:docMkLst>
      <pc:sldChg chg="del">
        <pc:chgData name="Amoz Pay" userId="S::amoz1.pay@supinfo.com::4d2f8cb2-b070-4ae8-bcd7-1f67ea500ae8" providerId="AD" clId="Web-{35D37724-87D7-5D8F-AD6D-017E58924082}" dt="2026-08-18T15:11:22.355" v="0"/>
        <pc:sldMkLst>
          <pc:docMk/>
          <pc:sldMk cId="3501893332" sldId="403"/>
        </pc:sldMkLst>
      </pc:sldChg>
    </pc:docChg>
  </pc:docChgLst>
  <pc:docChgLst>
    <pc:chgData name="Amoz Pay" userId="S::amoz1.pay@supinfo.com::4d2f8cb2-b070-4ae8-bcd7-1f67ea500ae8" providerId="AD" clId="Web-{06CAF09F-6A78-8E7C-DF42-25AAA5AE6872}"/>
    <pc:docChg chg="addSld delSld modSld sldOrd">
      <pc:chgData name="Amoz Pay" userId="S::amoz1.pay@supinfo.com::4d2f8cb2-b070-4ae8-bcd7-1f67ea500ae8" providerId="AD" clId="Web-{06CAF09F-6A78-8E7C-DF42-25AAA5AE6872}" dt="2026-08-16T14:47:55.146" v="3728" actId="20577"/>
      <pc:docMkLst>
        <pc:docMk/>
      </pc:docMkLst>
      <pc:sldChg chg="modSp">
        <pc:chgData name="Amoz Pay" userId="S::amoz1.pay@supinfo.com::4d2f8cb2-b070-4ae8-bcd7-1f67ea500ae8" providerId="AD" clId="Web-{06CAF09F-6A78-8E7C-DF42-25AAA5AE6872}" dt="2026-08-16T14:12:19.410" v="3045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06CAF09F-6A78-8E7C-DF42-25AAA5AE6872}" dt="2026-08-16T14:12:19.410" v="3045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06CAF09F-6A78-8E7C-DF42-25AAA5AE6872}" dt="2026-08-16T14:18:24.549" v="3072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06CAF09F-6A78-8E7C-DF42-25AAA5AE6872}" dt="2026-08-16T14:18:24.549" v="3072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06CAF09F-6A78-8E7C-DF42-25AAA5AE6872}" dt="2026-08-15T11:52:13.449" v="223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06CAF09F-6A78-8E7C-DF42-25AAA5AE6872}" dt="2026-08-15T11:52:13.449" v="223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modSp add del replId">
        <pc:chgData name="Amoz Pay" userId="S::amoz1.pay@supinfo.com::4d2f8cb2-b070-4ae8-bcd7-1f67ea500ae8" providerId="AD" clId="Web-{06CAF09F-6A78-8E7C-DF42-25AAA5AE6872}" dt="2026-08-16T14:31:27.203" v="3301"/>
        <pc:sldMkLst>
          <pc:docMk/>
          <pc:sldMk cId="3503968187" sldId="380"/>
        </pc:sldMkLst>
        <pc:spChg chg="mod">
          <ac:chgData name="Amoz Pay" userId="S::amoz1.pay@supinfo.com::4d2f8cb2-b070-4ae8-bcd7-1f67ea500ae8" providerId="AD" clId="Web-{06CAF09F-6A78-8E7C-DF42-25AAA5AE6872}" dt="2026-08-16T14:18:36.565" v="3096" actId="20577"/>
          <ac:spMkLst>
            <pc:docMk/>
            <pc:sldMk cId="3503968187" sldId="380"/>
            <ac:spMk id="2" creationId="{65FB928D-4E33-F470-221C-8283BA01CFB2}"/>
          </ac:spMkLst>
        </pc:spChg>
      </pc:sldChg>
      <pc:sldChg chg="modSp add del replId">
        <pc:chgData name="Amoz Pay" userId="S::amoz1.pay@supinfo.com::4d2f8cb2-b070-4ae8-bcd7-1f67ea500ae8" providerId="AD" clId="Web-{06CAF09F-6A78-8E7C-DF42-25AAA5AE6872}" dt="2026-08-16T14:31:28.531" v="3302"/>
        <pc:sldMkLst>
          <pc:docMk/>
          <pc:sldMk cId="1954156981" sldId="382"/>
        </pc:sldMkLst>
        <pc:spChg chg="mod">
          <ac:chgData name="Amoz Pay" userId="S::amoz1.pay@supinfo.com::4d2f8cb2-b070-4ae8-bcd7-1f67ea500ae8" providerId="AD" clId="Web-{06CAF09F-6A78-8E7C-DF42-25AAA5AE6872}" dt="2026-08-16T14:18:56.597" v="3119" actId="20577"/>
          <ac:spMkLst>
            <pc:docMk/>
            <pc:sldMk cId="1954156981" sldId="382"/>
            <ac:spMk id="2" creationId="{2EB908E5-F2EB-CE92-3803-E5F75CEEA9ED}"/>
          </ac:spMkLst>
        </pc:spChg>
      </pc:sldChg>
      <pc:sldChg chg="add replId">
        <pc:chgData name="Amoz Pay" userId="S::amoz1.pay@supinfo.com::4d2f8cb2-b070-4ae8-bcd7-1f67ea500ae8" providerId="AD" clId="Web-{06CAF09F-6A78-8E7C-DF42-25AAA5AE6872}" dt="2026-08-16T14:39:03.329" v="3562"/>
        <pc:sldMkLst>
          <pc:docMk/>
          <pc:sldMk cId="4291534646" sldId="384"/>
        </pc:sldMkLst>
      </pc:sldChg>
    </pc:docChg>
  </pc:docChgLst>
  <pc:docChgLst>
    <pc:chgData name="Amoz Pay" userId="S::amoz1.pay@supinfo.com::4d2f8cb2-b070-4ae8-bcd7-1f67ea500ae8" providerId="AD" clId="Web-{B49EE323-9B28-11A3-C6D6-1B18CAC40CA6}"/>
    <pc:docChg chg="addSld modSld">
      <pc:chgData name="Amoz Pay" userId="S::amoz1.pay@supinfo.com::4d2f8cb2-b070-4ae8-bcd7-1f67ea500ae8" providerId="AD" clId="Web-{B49EE323-9B28-11A3-C6D6-1B18CAC40CA6}" dt="2026-08-10T19:09:54.818" v="1091" actId="20577"/>
      <pc:docMkLst>
        <pc:docMk/>
      </pc:docMkLst>
      <pc:sldChg chg="modSp">
        <pc:chgData name="Amoz Pay" userId="S::amoz1.pay@supinfo.com::4d2f8cb2-b070-4ae8-bcd7-1f67ea500ae8" providerId="AD" clId="Web-{B49EE323-9B28-11A3-C6D6-1B18CAC40CA6}" dt="2026-08-10T19:08:13.845" v="1066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B49EE323-9B28-11A3-C6D6-1B18CAC40CA6}" dt="2026-08-10T19:08:13.845" v="1066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  <pc:docChgLst>
    <pc:chgData name="Amoz Pay" userId="S::amoz1.pay@supinfo.com::4d2f8cb2-b070-4ae8-bcd7-1f67ea500ae8" providerId="AD" clId="Web-{64AA404F-EE2C-B1CA-18CF-0FCDEFD80442}"/>
    <pc:docChg chg="addSld delSld modSld sldOrd">
      <pc:chgData name="Amoz Pay" userId="S::amoz1.pay@supinfo.com::4d2f8cb2-b070-4ae8-bcd7-1f67ea500ae8" providerId="AD" clId="Web-{64AA404F-EE2C-B1CA-18CF-0FCDEFD80442}" dt="2026-08-15T10:10:18.967" v="1110" actId="20577"/>
      <pc:docMkLst>
        <pc:docMk/>
      </pc:docMkLst>
    </pc:docChg>
  </pc:docChgLst>
  <pc:docChgLst>
    <pc:chgData name="Amoz Pay" userId="S::amoz1.pay@supinfo.com::4d2f8cb2-b070-4ae8-bcd7-1f67ea500ae8" providerId="AD" clId="Web-{2FBFF4E1-D631-A2A3-5CCD-4EA911EF5060}"/>
    <pc:docChg chg="addSld delSld modSld">
      <pc:chgData name="Amoz Pay" userId="S::amoz1.pay@supinfo.com::4d2f8cb2-b070-4ae8-bcd7-1f67ea500ae8" providerId="AD" clId="Web-{2FBFF4E1-D631-A2A3-5CCD-4EA911EF5060}" dt="2026-08-04T16:34:03.861" v="659" actId="20577"/>
      <pc:docMkLst>
        <pc:docMk/>
      </pc:docMkLst>
      <pc:sldChg chg="modSp">
        <pc:chgData name="Amoz Pay" userId="S::amoz1.pay@supinfo.com::4d2f8cb2-b070-4ae8-bcd7-1f67ea500ae8" providerId="AD" clId="Web-{2FBFF4E1-D631-A2A3-5CCD-4EA911EF5060}" dt="2026-08-04T15:58:24.464" v="32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2FBFF4E1-D631-A2A3-5CCD-4EA911EF5060}" dt="2026-08-04T15:58:24.464" v="32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16.425" v="418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2FBFF4E1-D631-A2A3-5CCD-4EA911EF5060}" dt="2026-08-04T16:21:16.425" v="418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46.910" v="44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2FBFF4E1-D631-A2A3-5CCD-4EA911EF5060}" dt="2026-08-04T16:21:46.910" v="448" actId="20577"/>
          <ac:spMkLst>
            <pc:docMk/>
            <pc:sldMk cId="2292482935" sldId="267"/>
            <ac:spMk id="2" creationId="{AB00CD53-20D5-44F6-55E0-0892C820DCE6}"/>
          </ac:spMkLst>
        </pc:spChg>
      </pc:sldChg>
    </pc:docChg>
  </pc:docChgLst>
  <pc:docChgLst>
    <pc:chgData name="Amoz Pay" userId="S::amoz1.pay@supinfo.com::4d2f8cb2-b070-4ae8-bcd7-1f67ea500ae8" providerId="AD" clId="Web-{48767A06-983A-8279-AA1A-71F3D0EF1B08}"/>
    <pc:docChg chg="delSld modSld">
      <pc:chgData name="Amoz Pay" userId="S::amoz1.pay@supinfo.com::4d2f8cb2-b070-4ae8-bcd7-1f67ea500ae8" providerId="AD" clId="Web-{48767A06-983A-8279-AA1A-71F3D0EF1B08}" dt="2026-08-02T15:11:12.667" v="44" actId="20577"/>
      <pc:docMkLst>
        <pc:docMk/>
      </pc:docMkLst>
      <pc:sldChg chg="modSp">
        <pc:chgData name="Amoz Pay" userId="S::amoz1.pay@supinfo.com::4d2f8cb2-b070-4ae8-bcd7-1f67ea500ae8" providerId="AD" clId="Web-{48767A06-983A-8279-AA1A-71F3D0EF1B08}" dt="2026-08-02T15:09:27.58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48767A06-983A-8279-AA1A-71F3D0EF1B08}" dt="2026-08-02T15:09:27.586" v="7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30.633" v="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48767A06-983A-8279-AA1A-71F3D0EF1B08}" dt="2026-08-02T15:09:30.633" v="8" actId="20577"/>
          <ac:spMkLst>
            <pc:docMk/>
            <pc:sldMk cId="2292482935" sldId="267"/>
            <ac:spMk id="2" creationId="{AB00CD53-20D5-44F6-55E0-0892C820DCE6}"/>
          </ac:spMkLst>
        </pc:spChg>
      </pc:sldChg>
    </pc:docChg>
  </pc:docChgLst>
  <pc:docChgLst>
    <pc:chgData name="Amoz Pay" userId="S::amoz1.pay@supinfo.com::4d2f8cb2-b070-4ae8-bcd7-1f67ea500ae8" providerId="AD" clId="Web-{0793C0D6-4371-5A22-D413-EDC203CBB4F5}"/>
    <pc:docChg chg="addSld modSld sldOrd">
      <pc:chgData name="Amoz Pay" userId="S::amoz1.pay@supinfo.com::4d2f8cb2-b070-4ae8-bcd7-1f67ea500ae8" providerId="AD" clId="Web-{0793C0D6-4371-5A22-D413-EDC203CBB4F5}" dt="2026-08-06T15:06:00.071" v="127"/>
      <pc:docMkLst>
        <pc:docMk/>
      </pc:docMkLst>
      <pc:sldChg chg="modSp">
        <pc:chgData name="Amoz Pay" userId="S::amoz1.pay@supinfo.com::4d2f8cb2-b070-4ae8-bcd7-1f67ea500ae8" providerId="AD" clId="Web-{0793C0D6-4371-5A22-D413-EDC203CBB4F5}" dt="2026-08-06T14:55:51.868" v="15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0793C0D6-4371-5A22-D413-EDC203CBB4F5}" dt="2026-08-06T14:55:51.868" v="15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  <pc:docChgLst>
    <pc:chgData name="Amoz Pay" userId="S::amoz1.pay@supinfo.com::4d2f8cb2-b070-4ae8-bcd7-1f67ea500ae8" providerId="AD" clId="Web-{5B04AAA4-6683-4663-5265-3BE0F0FB9D7E}"/>
    <pc:docChg chg="addSld delSld modSld sldOrd">
      <pc:chgData name="Amoz Pay" userId="S::amoz1.pay@supinfo.com::4d2f8cb2-b070-4ae8-bcd7-1f67ea500ae8" providerId="AD" clId="Web-{5B04AAA4-6683-4663-5265-3BE0F0FB9D7E}" dt="2026-08-03T15:22:23.849" v="35"/>
      <pc:docMkLst>
        <pc:docMk/>
      </pc:docMkLst>
      <pc:sldChg chg="modSp">
        <pc:chgData name="Amoz Pay" userId="S::amoz1.pay@supinfo.com::4d2f8cb2-b070-4ae8-bcd7-1f67ea500ae8" providerId="AD" clId="Web-{5B04AAA4-6683-4663-5265-3BE0F0FB9D7E}" dt="2026-08-03T15:21:49.067" v="4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5B04AAA4-6683-4663-5265-3BE0F0FB9D7E}" dt="2026-08-03T15:21:49.067" v="4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5B04AAA4-6683-4663-5265-3BE0F0FB9D7E}" dt="2026-08-03T15:21:53.67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5B04AAA4-6683-4663-5265-3BE0F0FB9D7E}" dt="2026-08-03T15:21:53.676" v="7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  <pc:docChgLst>
    <pc:chgData name="Amoz Pay" userId="S::amoz1.pay@supinfo.com::4d2f8cb2-b070-4ae8-bcd7-1f67ea500ae8" providerId="AD" clId="Web-{75D92E10-DF78-B02E-D596-07F34CE9B31F}"/>
    <pc:docChg chg="addSld delSld modSld sldOrd">
      <pc:chgData name="Amoz Pay" userId="S::amoz1.pay@supinfo.com::4d2f8cb2-b070-4ae8-bcd7-1f67ea500ae8" providerId="AD" clId="Web-{75D92E10-DF78-B02E-D596-07F34CE9B31F}" dt="2026-08-17T06:11:09.299" v="4397" actId="20577"/>
      <pc:docMkLst>
        <pc:docMk/>
      </pc:docMkLst>
      <pc:sldChg chg="modSp">
        <pc:chgData name="Amoz Pay" userId="S::amoz1.pay@supinfo.com::4d2f8cb2-b070-4ae8-bcd7-1f67ea500ae8" providerId="AD" clId="Web-{75D92E10-DF78-B02E-D596-07F34CE9B31F}" dt="2026-08-17T04:38:48.637" v="1843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75D92E10-DF78-B02E-D596-07F34CE9B31F}" dt="2026-08-17T04:38:48.637" v="1843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75D92E10-DF78-B02E-D596-07F34CE9B31F}" dt="2026-08-17T04:38:57.871" v="1854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75D92E10-DF78-B02E-D596-07F34CE9B31F}" dt="2026-08-17T04:38:57.871" v="1854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75D92E10-DF78-B02E-D596-07F34CE9B31F}" dt="2026-08-17T02:27:31.767" v="73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75D92E10-DF78-B02E-D596-07F34CE9B31F}" dt="2026-08-17T02:27:31.767" v="73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del">
        <pc:chgData name="Amoz Pay" userId="S::amoz1.pay@supinfo.com::4d2f8cb2-b070-4ae8-bcd7-1f67ea500ae8" providerId="AD" clId="Web-{75D92E10-DF78-B02E-D596-07F34CE9B31F}" dt="2026-08-17T03:35:17.372" v="957"/>
        <pc:sldMkLst>
          <pc:docMk/>
          <pc:sldMk cId="779615978" sldId="298"/>
        </pc:sldMkLst>
      </pc:sldChg>
      <pc:sldChg chg="del">
        <pc:chgData name="Amoz Pay" userId="S::amoz1.pay@supinfo.com::4d2f8cb2-b070-4ae8-bcd7-1f67ea500ae8" providerId="AD" clId="Web-{75D92E10-DF78-B02E-D596-07F34CE9B31F}" dt="2026-08-17T03:35:33.763" v="982"/>
        <pc:sldMkLst>
          <pc:docMk/>
          <pc:sldMk cId="4200406435" sldId="353"/>
        </pc:sldMkLst>
      </pc:sldChg>
      <pc:sldChg chg="del">
        <pc:chgData name="Amoz Pay" userId="S::amoz1.pay@supinfo.com::4d2f8cb2-b070-4ae8-bcd7-1f67ea500ae8" providerId="AD" clId="Web-{75D92E10-DF78-B02E-D596-07F34CE9B31F}" dt="2026-08-17T03:35:14.528" v="949"/>
        <pc:sldMkLst>
          <pc:docMk/>
          <pc:sldMk cId="4076079503" sldId="355"/>
        </pc:sldMkLst>
      </pc:sldChg>
      <pc:sldChg chg="del">
        <pc:chgData name="Amoz Pay" userId="S::amoz1.pay@supinfo.com::4d2f8cb2-b070-4ae8-bcd7-1f67ea500ae8" providerId="AD" clId="Web-{75D92E10-DF78-B02E-D596-07F34CE9B31F}" dt="2026-08-17T03:35:15.372" v="950"/>
        <pc:sldMkLst>
          <pc:docMk/>
          <pc:sldMk cId="3326400958" sldId="356"/>
        </pc:sldMkLst>
      </pc:sldChg>
      <pc:sldChg chg="del">
        <pc:chgData name="Amoz Pay" userId="S::amoz1.pay@supinfo.com::4d2f8cb2-b070-4ae8-bcd7-1f67ea500ae8" providerId="AD" clId="Web-{75D92E10-DF78-B02E-D596-07F34CE9B31F}" dt="2026-08-17T03:35:15.435" v="951"/>
        <pc:sldMkLst>
          <pc:docMk/>
          <pc:sldMk cId="1009327787" sldId="357"/>
        </pc:sldMkLst>
      </pc:sldChg>
      <pc:sldChg chg="del">
        <pc:chgData name="Amoz Pay" userId="S::amoz1.pay@supinfo.com::4d2f8cb2-b070-4ae8-bcd7-1f67ea500ae8" providerId="AD" clId="Web-{75D92E10-DF78-B02E-D596-07F34CE9B31F}" dt="2026-08-17T03:35:15.622" v="952"/>
        <pc:sldMkLst>
          <pc:docMk/>
          <pc:sldMk cId="983276694" sldId="358"/>
        </pc:sldMkLst>
      </pc:sldChg>
      <pc:sldChg chg="del">
        <pc:chgData name="Amoz Pay" userId="S::amoz1.pay@supinfo.com::4d2f8cb2-b070-4ae8-bcd7-1f67ea500ae8" providerId="AD" clId="Web-{75D92E10-DF78-B02E-D596-07F34CE9B31F}" dt="2026-08-17T03:35:15.825" v="953"/>
        <pc:sldMkLst>
          <pc:docMk/>
          <pc:sldMk cId="1528604053" sldId="359"/>
        </pc:sldMkLst>
      </pc:sldChg>
      <pc:sldChg chg="del">
        <pc:chgData name="Amoz Pay" userId="S::amoz1.pay@supinfo.com::4d2f8cb2-b070-4ae8-bcd7-1f67ea500ae8" providerId="AD" clId="Web-{75D92E10-DF78-B02E-D596-07F34CE9B31F}" dt="2026-08-17T03:35:16.122" v="954"/>
        <pc:sldMkLst>
          <pc:docMk/>
          <pc:sldMk cId="4035279500" sldId="361"/>
        </pc:sldMkLst>
      </pc:sldChg>
      <pc:sldChg chg="del">
        <pc:chgData name="Amoz Pay" userId="S::amoz1.pay@supinfo.com::4d2f8cb2-b070-4ae8-bcd7-1f67ea500ae8" providerId="AD" clId="Web-{75D92E10-DF78-B02E-D596-07F34CE9B31F}" dt="2026-08-17T03:35:16.325" v="955"/>
        <pc:sldMkLst>
          <pc:docMk/>
          <pc:sldMk cId="1059008346" sldId="362"/>
        </pc:sldMkLst>
      </pc:sldChg>
      <pc:sldChg chg="del">
        <pc:chgData name="Amoz Pay" userId="S::amoz1.pay@supinfo.com::4d2f8cb2-b070-4ae8-bcd7-1f67ea500ae8" providerId="AD" clId="Web-{75D92E10-DF78-B02E-D596-07F34CE9B31F}" dt="2026-08-17T03:35:16.544" v="956"/>
        <pc:sldMkLst>
          <pc:docMk/>
          <pc:sldMk cId="365898006" sldId="363"/>
        </pc:sldMkLst>
      </pc:sldChg>
      <pc:sldChg chg="del">
        <pc:chgData name="Amoz Pay" userId="S::amoz1.pay@supinfo.com::4d2f8cb2-b070-4ae8-bcd7-1f67ea500ae8" providerId="AD" clId="Web-{75D92E10-DF78-B02E-D596-07F34CE9B31F}" dt="2026-08-17T03:35:19.435" v="962"/>
        <pc:sldMkLst>
          <pc:docMk/>
          <pc:sldMk cId="2044428107" sldId="364"/>
        </pc:sldMkLst>
      </pc:sldChg>
      <pc:sldChg chg="del">
        <pc:chgData name="Amoz Pay" userId="S::amoz1.pay@supinfo.com::4d2f8cb2-b070-4ae8-bcd7-1f67ea500ae8" providerId="AD" clId="Web-{75D92E10-DF78-B02E-D596-07F34CE9B31F}" dt="2026-08-17T03:35:17.966" v="958"/>
        <pc:sldMkLst>
          <pc:docMk/>
          <pc:sldMk cId="3840145321" sldId="365"/>
        </pc:sldMkLst>
      </pc:sldChg>
      <pc:sldChg chg="del">
        <pc:chgData name="Amoz Pay" userId="S::amoz1.pay@supinfo.com::4d2f8cb2-b070-4ae8-bcd7-1f67ea500ae8" providerId="AD" clId="Web-{75D92E10-DF78-B02E-D596-07F34CE9B31F}" dt="2026-08-17T03:35:18.482" v="959"/>
        <pc:sldMkLst>
          <pc:docMk/>
          <pc:sldMk cId="966064744" sldId="366"/>
        </pc:sldMkLst>
      </pc:sldChg>
      <pc:sldChg chg="del">
        <pc:chgData name="Amoz Pay" userId="S::amoz1.pay@supinfo.com::4d2f8cb2-b070-4ae8-bcd7-1f67ea500ae8" providerId="AD" clId="Web-{75D92E10-DF78-B02E-D596-07F34CE9B31F}" dt="2026-08-17T03:35:18.919" v="961"/>
        <pc:sldMkLst>
          <pc:docMk/>
          <pc:sldMk cId="929103118" sldId="367"/>
        </pc:sldMkLst>
      </pc:sldChg>
      <pc:sldChg chg="del">
        <pc:chgData name="Amoz Pay" userId="S::amoz1.pay@supinfo.com::4d2f8cb2-b070-4ae8-bcd7-1f67ea500ae8" providerId="AD" clId="Web-{75D92E10-DF78-B02E-D596-07F34CE9B31F}" dt="2026-08-17T03:35:18.700" v="960"/>
        <pc:sldMkLst>
          <pc:docMk/>
          <pc:sldMk cId="3405791817" sldId="368"/>
        </pc:sldMkLst>
      </pc:sldChg>
      <pc:sldChg chg="del">
        <pc:chgData name="Amoz Pay" userId="S::amoz1.pay@supinfo.com::4d2f8cb2-b070-4ae8-bcd7-1f67ea500ae8" providerId="AD" clId="Web-{75D92E10-DF78-B02E-D596-07F34CE9B31F}" dt="2026-08-17T03:35:20.060" v="963"/>
        <pc:sldMkLst>
          <pc:docMk/>
          <pc:sldMk cId="3123855204" sldId="369"/>
        </pc:sldMkLst>
      </pc:sldChg>
      <pc:sldChg chg="del">
        <pc:chgData name="Amoz Pay" userId="S::amoz1.pay@supinfo.com::4d2f8cb2-b070-4ae8-bcd7-1f67ea500ae8" providerId="AD" clId="Web-{75D92E10-DF78-B02E-D596-07F34CE9B31F}" dt="2026-08-17T03:35:23.122" v="971"/>
        <pc:sldMkLst>
          <pc:docMk/>
          <pc:sldMk cId="1703933804" sldId="370"/>
        </pc:sldMkLst>
      </pc:sldChg>
      <pc:sldChg chg="del">
        <pc:chgData name="Amoz Pay" userId="S::amoz1.pay@supinfo.com::4d2f8cb2-b070-4ae8-bcd7-1f67ea500ae8" providerId="AD" clId="Web-{75D92E10-DF78-B02E-D596-07F34CE9B31F}" dt="2026-08-17T03:35:20.325" v="964"/>
        <pc:sldMkLst>
          <pc:docMk/>
          <pc:sldMk cId="506773046" sldId="373"/>
        </pc:sldMkLst>
      </pc:sldChg>
      <pc:sldChg chg="del">
        <pc:chgData name="Amoz Pay" userId="S::amoz1.pay@supinfo.com::4d2f8cb2-b070-4ae8-bcd7-1f67ea500ae8" providerId="AD" clId="Web-{75D92E10-DF78-B02E-D596-07F34CE9B31F}" dt="2026-08-17T03:35:20.653" v="965"/>
        <pc:sldMkLst>
          <pc:docMk/>
          <pc:sldMk cId="3059777548" sldId="374"/>
        </pc:sldMkLst>
      </pc:sldChg>
      <pc:sldChg chg="del">
        <pc:chgData name="Amoz Pay" userId="S::amoz1.pay@supinfo.com::4d2f8cb2-b070-4ae8-bcd7-1f67ea500ae8" providerId="AD" clId="Web-{75D92E10-DF78-B02E-D596-07F34CE9B31F}" dt="2026-08-17T03:35:21.654" v="968"/>
        <pc:sldMkLst>
          <pc:docMk/>
          <pc:sldMk cId="1758821808" sldId="375"/>
        </pc:sldMkLst>
      </pc:sldChg>
      <pc:sldChg chg="del">
        <pc:chgData name="Amoz Pay" userId="S::amoz1.pay@supinfo.com::4d2f8cb2-b070-4ae8-bcd7-1f67ea500ae8" providerId="AD" clId="Web-{75D92E10-DF78-B02E-D596-07F34CE9B31F}" dt="2026-08-17T03:35:21.029" v="966"/>
        <pc:sldMkLst>
          <pc:docMk/>
          <pc:sldMk cId="3011695780" sldId="376"/>
        </pc:sldMkLst>
      </pc:sldChg>
      <pc:sldChg chg="del">
        <pc:chgData name="Amoz Pay" userId="S::amoz1.pay@supinfo.com::4d2f8cb2-b070-4ae8-bcd7-1f67ea500ae8" providerId="AD" clId="Web-{75D92E10-DF78-B02E-D596-07F34CE9B31F}" dt="2026-08-17T03:35:21.341" v="967"/>
        <pc:sldMkLst>
          <pc:docMk/>
          <pc:sldMk cId="1317289677" sldId="377"/>
        </pc:sldMkLst>
      </pc:sldChg>
      <pc:sldChg chg="del">
        <pc:chgData name="Amoz Pay" userId="S::amoz1.pay@supinfo.com::4d2f8cb2-b070-4ae8-bcd7-1f67ea500ae8" providerId="AD" clId="Web-{75D92E10-DF78-B02E-D596-07F34CE9B31F}" dt="2026-08-17T03:35:21.950" v="969"/>
        <pc:sldMkLst>
          <pc:docMk/>
          <pc:sldMk cId="3758975641" sldId="378"/>
        </pc:sldMkLst>
      </pc:sldChg>
      <pc:sldChg chg="del">
        <pc:chgData name="Amoz Pay" userId="S::amoz1.pay@supinfo.com::4d2f8cb2-b070-4ae8-bcd7-1f67ea500ae8" providerId="AD" clId="Web-{75D92E10-DF78-B02E-D596-07F34CE9B31F}" dt="2026-08-17T03:35:22.279" v="970"/>
        <pc:sldMkLst>
          <pc:docMk/>
          <pc:sldMk cId="829394732" sldId="379"/>
        </pc:sldMkLst>
      </pc:sldChg>
      <pc:sldChg chg="modSp">
        <pc:chgData name="Amoz Pay" userId="S::amoz1.pay@supinfo.com::4d2f8cb2-b070-4ae8-bcd7-1f67ea500ae8" providerId="AD" clId="Web-{75D92E10-DF78-B02E-D596-07F34CE9B31F}" dt="2026-08-17T03:34:59.309" v="945" actId="20577"/>
        <pc:sldMkLst>
          <pc:docMk/>
          <pc:sldMk cId="3503968187" sldId="380"/>
        </pc:sldMkLst>
        <pc:spChg chg="mod">
          <ac:chgData name="Amoz Pay" userId="S::amoz1.pay@supinfo.com::4d2f8cb2-b070-4ae8-bcd7-1f67ea500ae8" providerId="AD" clId="Web-{75D92E10-DF78-B02E-D596-07F34CE9B31F}" dt="2026-08-17T03:34:59.309" v="945" actId="20577"/>
          <ac:spMkLst>
            <pc:docMk/>
            <pc:sldMk cId="3503968187" sldId="380"/>
            <ac:spMk id="2" creationId="{65FB928D-4E33-F470-221C-8283BA01CFB2}"/>
          </ac:spMkLst>
        </pc:spChg>
      </pc:sldChg>
      <pc:sldChg chg="del">
        <pc:chgData name="Amoz Pay" userId="S::amoz1.pay@supinfo.com::4d2f8cb2-b070-4ae8-bcd7-1f67ea500ae8" providerId="AD" clId="Web-{75D92E10-DF78-B02E-D596-07F34CE9B31F}" dt="2026-08-17T03:35:14.294" v="948"/>
        <pc:sldMkLst>
          <pc:docMk/>
          <pc:sldMk cId="2678354831" sldId="381"/>
        </pc:sldMkLst>
      </pc:sldChg>
      <pc:sldChg chg="modSp">
        <pc:chgData name="Amoz Pay" userId="S::amoz1.pay@supinfo.com::4d2f8cb2-b070-4ae8-bcd7-1f67ea500ae8" providerId="AD" clId="Web-{75D92E10-DF78-B02E-D596-07F34CE9B31F}" dt="2026-08-17T04:48:49.701" v="1934" actId="20577"/>
        <pc:sldMkLst>
          <pc:docMk/>
          <pc:sldMk cId="1954156981" sldId="382"/>
        </pc:sldMkLst>
        <pc:spChg chg="mod">
          <ac:chgData name="Amoz Pay" userId="S::amoz1.pay@supinfo.com::4d2f8cb2-b070-4ae8-bcd7-1f67ea500ae8" providerId="AD" clId="Web-{75D92E10-DF78-B02E-D596-07F34CE9B31F}" dt="2026-08-17T04:48:49.701" v="1934" actId="20577"/>
          <ac:spMkLst>
            <pc:docMk/>
            <pc:sldMk cId="1954156981" sldId="382"/>
            <ac:spMk id="2" creationId="{2EB908E5-F2EB-CE92-3803-E5F75CEEA9ED}"/>
          </ac:spMkLst>
        </pc:spChg>
      </pc:sldChg>
      <pc:sldChg chg="modSp ord">
        <pc:chgData name="Amoz Pay" userId="S::amoz1.pay@supinfo.com::4d2f8cb2-b070-4ae8-bcd7-1f67ea500ae8" providerId="AD" clId="Web-{75D92E10-DF78-B02E-D596-07F34CE9B31F}" dt="2026-08-17T02:52:28.330" v="420" actId="20577"/>
        <pc:sldMkLst>
          <pc:docMk/>
          <pc:sldMk cId="4291534646" sldId="384"/>
        </pc:sldMkLst>
        <pc:spChg chg="mod">
          <ac:chgData name="Amoz Pay" userId="S::amoz1.pay@supinfo.com::4d2f8cb2-b070-4ae8-bcd7-1f67ea500ae8" providerId="AD" clId="Web-{75D92E10-DF78-B02E-D596-07F34CE9B31F}" dt="2026-08-17T02:30:02.227" v="155" actId="20577"/>
          <ac:spMkLst>
            <pc:docMk/>
            <pc:sldMk cId="4291534646" sldId="384"/>
            <ac:spMk id="2" creationId="{5B3D7058-D532-043D-C90D-A05B81BA826B}"/>
          </ac:spMkLst>
        </pc:spChg>
        <pc:spChg chg="mod">
          <ac:chgData name="Amoz Pay" userId="S::amoz1.pay@supinfo.com::4d2f8cb2-b070-4ae8-bcd7-1f67ea500ae8" providerId="AD" clId="Web-{75D92E10-DF78-B02E-D596-07F34CE9B31F}" dt="2026-08-17T02:52:28.330" v="420" actId="20577"/>
          <ac:spMkLst>
            <pc:docMk/>
            <pc:sldMk cId="4291534646" sldId="384"/>
            <ac:spMk id="3" creationId="{911A2A64-4329-00F7-FFD5-2CD67DCD99AC}"/>
          </ac:spMkLst>
        </pc:spChg>
        <pc:spChg chg="mod">
          <ac:chgData name="Amoz Pay" userId="S::amoz1.pay@supinfo.com::4d2f8cb2-b070-4ae8-bcd7-1f67ea500ae8" providerId="AD" clId="Web-{75D92E10-DF78-B02E-D596-07F34CE9B31F}" dt="2026-08-17T02:28:09.566" v="95" actId="20577"/>
          <ac:spMkLst>
            <pc:docMk/>
            <pc:sldMk cId="4291534646" sldId="384"/>
            <ac:spMk id="4" creationId="{F0619B5D-F780-7997-A601-81361028556B}"/>
          </ac:spMkLst>
        </pc:spChg>
        <pc:spChg chg="mod">
          <ac:chgData name="Amoz Pay" userId="S::amoz1.pay@supinfo.com::4d2f8cb2-b070-4ae8-bcd7-1f67ea500ae8" providerId="AD" clId="Web-{75D92E10-DF78-B02E-D596-07F34CE9B31F}" dt="2026-08-17T02:29:59.117" v="154" actId="1076"/>
          <ac:spMkLst>
            <pc:docMk/>
            <pc:sldMk cId="4291534646" sldId="384"/>
            <ac:spMk id="6" creationId="{14941C8F-A9C3-A0C6-512B-4D003D20E612}"/>
          </ac:spMkLst>
        </pc:spChg>
      </pc:sldChg>
      <pc:sldChg chg="del">
        <pc:chgData name="Amoz Pay" userId="S::amoz1.pay@supinfo.com::4d2f8cb2-b070-4ae8-bcd7-1f67ea500ae8" providerId="AD" clId="Web-{75D92E10-DF78-B02E-D596-07F34CE9B31F}" dt="2026-08-17T03:35:32.685" v="981"/>
        <pc:sldMkLst>
          <pc:docMk/>
          <pc:sldMk cId="2282143871" sldId="385"/>
        </pc:sldMkLst>
      </pc:sldChg>
      <pc:sldChg chg="modSp add ord replId">
        <pc:chgData name="Amoz Pay" userId="S::amoz1.pay@supinfo.com::4d2f8cb2-b070-4ae8-bcd7-1f67ea500ae8" providerId="AD" clId="Web-{75D92E10-DF78-B02E-D596-07F34CE9B31F}" dt="2026-08-17T02:27:40.346" v="87" actId="20577"/>
        <pc:sldMkLst>
          <pc:docMk/>
          <pc:sldMk cId="2846366125" sldId="386"/>
        </pc:sldMkLst>
        <pc:spChg chg="mod">
          <ac:chgData name="Amoz Pay" userId="S::amoz1.pay@supinfo.com::4d2f8cb2-b070-4ae8-bcd7-1f67ea500ae8" providerId="AD" clId="Web-{75D92E10-DF78-B02E-D596-07F34CE9B31F}" dt="2026-08-17T02:27:40.346" v="87" actId="20577"/>
          <ac:spMkLst>
            <pc:docMk/>
            <pc:sldMk cId="2846366125" sldId="386"/>
            <ac:spMk id="2" creationId="{7960F08C-ECAA-3037-3406-4DFFE5E47F80}"/>
          </ac:spMkLst>
        </pc:spChg>
      </pc:sldChg>
      <pc:sldChg chg="delSp modSp add del replId">
        <pc:chgData name="Amoz Pay" userId="S::amoz1.pay@supinfo.com::4d2f8cb2-b070-4ae8-bcd7-1f67ea500ae8" providerId="AD" clId="Web-{75D92E10-DF78-B02E-D596-07F34CE9B31F}" dt="2026-08-17T03:41:33.107" v="1023" actId="20577"/>
        <pc:sldMkLst>
          <pc:docMk/>
          <pc:sldMk cId="2423049200" sldId="387"/>
        </pc:sldMkLst>
        <pc:spChg chg="mod">
          <ac:chgData name="Amoz Pay" userId="S::amoz1.pay@supinfo.com::4d2f8cb2-b070-4ae8-bcd7-1f67ea500ae8" providerId="AD" clId="Web-{75D92E10-DF78-B02E-D596-07F34CE9B31F}" dt="2026-08-17T03:41:33.107" v="1023" actId="20577"/>
          <ac:spMkLst>
            <pc:docMk/>
            <pc:sldMk cId="2423049200" sldId="387"/>
            <ac:spMk id="2" creationId="{7CDDD2F7-6D8B-54F9-C13B-ADF3D4336450}"/>
          </ac:spMkLst>
        </pc:spChg>
        <pc:spChg chg="mod">
          <ac:chgData name="Amoz Pay" userId="S::amoz1.pay@supinfo.com::4d2f8cb2-b070-4ae8-bcd7-1f67ea500ae8" providerId="AD" clId="Web-{75D92E10-DF78-B02E-D596-07F34CE9B31F}" dt="2026-08-17T03:35:41.436" v="996" actId="20577"/>
          <ac:spMkLst>
            <pc:docMk/>
            <pc:sldMk cId="2423049200" sldId="387"/>
            <ac:spMk id="3" creationId="{8F797899-2BA4-4D52-8E45-13AE5A6804FB}"/>
          </ac:spMkLst>
        </pc:spChg>
        <pc:spChg chg="mod">
          <ac:chgData name="Amoz Pay" userId="S::amoz1.pay@supinfo.com::4d2f8cb2-b070-4ae8-bcd7-1f67ea500ae8" providerId="AD" clId="Web-{75D92E10-DF78-B02E-D596-07F34CE9B31F}" dt="2026-08-17T03:35:59.030" v="1004" actId="20577"/>
          <ac:spMkLst>
            <pc:docMk/>
            <pc:sldMk cId="2423049200" sldId="387"/>
            <ac:spMk id="4" creationId="{AC8B1554-67BB-E964-CF93-BD9D8869D960}"/>
          </ac:spMkLst>
        </pc:spChg>
        <pc:spChg chg="del mod">
          <ac:chgData name="Amoz Pay" userId="S::amoz1.pay@supinfo.com::4d2f8cb2-b070-4ae8-bcd7-1f67ea500ae8" providerId="AD" clId="Web-{75D92E10-DF78-B02E-D596-07F34CE9B31F}" dt="2026-08-17T03:39:15.789" v="1014"/>
          <ac:spMkLst>
            <pc:docMk/>
            <pc:sldMk cId="2423049200" sldId="387"/>
            <ac:spMk id="6" creationId="{8453D5AA-A02A-F6E4-3DDE-B1966CBB1AB9}"/>
          </ac:spMkLst>
        </pc:spChg>
      </pc:sldChg>
      <pc:sldChg chg="delSp modSp add replId">
        <pc:chgData name="Amoz Pay" userId="S::amoz1.pay@supinfo.com::4d2f8cb2-b070-4ae8-bcd7-1f67ea500ae8" providerId="AD" clId="Web-{75D92E10-DF78-B02E-D596-07F34CE9B31F}" dt="2026-08-17T02:52:32.549" v="421" actId="20577"/>
        <pc:sldMkLst>
          <pc:docMk/>
          <pc:sldMk cId="1588775488" sldId="388"/>
        </pc:sldMkLst>
        <pc:spChg chg="mod">
          <ac:chgData name="Amoz Pay" userId="S::amoz1.pay@supinfo.com::4d2f8cb2-b070-4ae8-bcd7-1f67ea500ae8" providerId="AD" clId="Web-{75D92E10-DF78-B02E-D596-07F34CE9B31F}" dt="2026-08-17T02:41:49.553" v="256" actId="20577"/>
          <ac:spMkLst>
            <pc:docMk/>
            <pc:sldMk cId="1588775488" sldId="388"/>
            <ac:spMk id="2" creationId="{FC4CC66A-9B84-CECC-B737-4AD7BFBD2485}"/>
          </ac:spMkLst>
        </pc:spChg>
        <pc:spChg chg="mod">
          <ac:chgData name="Amoz Pay" userId="S::amoz1.pay@supinfo.com::4d2f8cb2-b070-4ae8-bcd7-1f67ea500ae8" providerId="AD" clId="Web-{75D92E10-DF78-B02E-D596-07F34CE9B31F}" dt="2026-08-17T02:52:32.549" v="421" actId="20577"/>
          <ac:spMkLst>
            <pc:docMk/>
            <pc:sldMk cId="1588775488" sldId="388"/>
            <ac:spMk id="3" creationId="{B30A8933-0E00-0153-B232-25E5DADDE2BF}"/>
          </ac:spMkLst>
        </pc:spChg>
        <pc:spChg chg="mod">
          <ac:chgData name="Amoz Pay" userId="S::amoz1.pay@supinfo.com::4d2f8cb2-b070-4ae8-bcd7-1f67ea500ae8" providerId="AD" clId="Web-{75D92E10-DF78-B02E-D596-07F34CE9B31F}" dt="2026-08-17T02:34:53.005" v="168" actId="20577"/>
          <ac:spMkLst>
            <pc:docMk/>
            <pc:sldMk cId="1588775488" sldId="388"/>
            <ac:spMk id="4" creationId="{73C8B113-1AF6-086F-147A-2EFE06B9F345}"/>
          </ac:spMkLst>
        </pc:spChg>
        <pc:spChg chg="del mod">
          <ac:chgData name="Amoz Pay" userId="S::amoz1.pay@supinfo.com::4d2f8cb2-b070-4ae8-bcd7-1f67ea500ae8" providerId="AD" clId="Web-{75D92E10-DF78-B02E-D596-07F34CE9B31F}" dt="2026-08-17T02:35:45.944" v="175"/>
          <ac:spMkLst>
            <pc:docMk/>
            <pc:sldMk cId="1588775488" sldId="388"/>
            <ac:spMk id="6" creationId="{F7A65575-3BB7-6B5C-FDD9-2FD913C38B07}"/>
          </ac:spMkLst>
        </pc:spChg>
      </pc:sldChg>
      <pc:sldChg chg="addSp modSp add replId">
        <pc:chgData name="Amoz Pay" userId="S::amoz1.pay@supinfo.com::4d2f8cb2-b070-4ae8-bcd7-1f67ea500ae8" providerId="AD" clId="Web-{75D92E10-DF78-B02E-D596-07F34CE9B31F}" dt="2026-08-17T02:52:34.924" v="422" actId="20577"/>
        <pc:sldMkLst>
          <pc:docMk/>
          <pc:sldMk cId="2274108247" sldId="389"/>
        </pc:sldMkLst>
        <pc:spChg chg="mod">
          <ac:chgData name="Amoz Pay" userId="S::amoz1.pay@supinfo.com::4d2f8cb2-b070-4ae8-bcd7-1f67ea500ae8" providerId="AD" clId="Web-{75D92E10-DF78-B02E-D596-07F34CE9B31F}" dt="2026-08-17T02:44:43.483" v="310" actId="20577"/>
          <ac:spMkLst>
            <pc:docMk/>
            <pc:sldMk cId="2274108247" sldId="389"/>
            <ac:spMk id="2" creationId="{A0FB166C-DC81-2664-3065-30371ED80DF7}"/>
          </ac:spMkLst>
        </pc:spChg>
        <pc:spChg chg="mod">
          <ac:chgData name="Amoz Pay" userId="S::amoz1.pay@supinfo.com::4d2f8cb2-b070-4ae8-bcd7-1f67ea500ae8" providerId="AD" clId="Web-{75D92E10-DF78-B02E-D596-07F34CE9B31F}" dt="2026-08-17T02:52:34.924" v="422" actId="20577"/>
          <ac:spMkLst>
            <pc:docMk/>
            <pc:sldMk cId="2274108247" sldId="389"/>
            <ac:spMk id="3" creationId="{378670A5-4E0A-047E-D5A7-CE6567F33C1E}"/>
          </ac:spMkLst>
        </pc:spChg>
        <pc:spChg chg="mod">
          <ac:chgData name="Amoz Pay" userId="S::amoz1.pay@supinfo.com::4d2f8cb2-b070-4ae8-bcd7-1f67ea500ae8" providerId="AD" clId="Web-{75D92E10-DF78-B02E-D596-07F34CE9B31F}" dt="2026-08-17T02:42:04.679" v="266" actId="20577"/>
          <ac:spMkLst>
            <pc:docMk/>
            <pc:sldMk cId="2274108247" sldId="389"/>
            <ac:spMk id="4" creationId="{2107F062-7322-BE0D-2532-59B659206114}"/>
          </ac:spMkLst>
        </pc:spChg>
        <pc:spChg chg="add mod">
          <ac:chgData name="Amoz Pay" userId="S::amoz1.pay@supinfo.com::4d2f8cb2-b070-4ae8-bcd7-1f67ea500ae8" providerId="AD" clId="Web-{75D92E10-DF78-B02E-D596-07F34CE9B31F}" dt="2026-08-17T02:44:53.764" v="312" actId="1076"/>
          <ac:spMkLst>
            <pc:docMk/>
            <pc:sldMk cId="2274108247" sldId="389"/>
            <ac:spMk id="6" creationId="{0FF76778-4FB9-3C0C-732C-A585D301950A}"/>
          </ac:spMkLst>
        </pc:spChg>
        <pc:spChg chg="add mod">
          <ac:chgData name="Amoz Pay" userId="S::amoz1.pay@supinfo.com::4d2f8cb2-b070-4ae8-bcd7-1f67ea500ae8" providerId="AD" clId="Web-{75D92E10-DF78-B02E-D596-07F34CE9B31F}" dt="2026-08-17T02:44:49.749" v="311" actId="1076"/>
          <ac:spMkLst>
            <pc:docMk/>
            <pc:sldMk cId="2274108247" sldId="389"/>
            <ac:spMk id="7" creationId="{BEC8DAB3-F162-A5F7-106B-3CB9B9E2ADD8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2:52:37.268" v="423" actId="20577"/>
        <pc:sldMkLst>
          <pc:docMk/>
          <pc:sldMk cId="3435545958" sldId="390"/>
        </pc:sldMkLst>
        <pc:spChg chg="mod">
          <ac:chgData name="Amoz Pay" userId="S::amoz1.pay@supinfo.com::4d2f8cb2-b070-4ae8-bcd7-1f67ea500ae8" providerId="AD" clId="Web-{75D92E10-DF78-B02E-D596-07F34CE9B31F}" dt="2026-08-17T02:47:59.881" v="356" actId="20577"/>
          <ac:spMkLst>
            <pc:docMk/>
            <pc:sldMk cId="3435545958" sldId="390"/>
            <ac:spMk id="2" creationId="{7525C82F-F621-2A0A-9FCE-C8F4D24C57B6}"/>
          </ac:spMkLst>
        </pc:spChg>
        <pc:spChg chg="mod">
          <ac:chgData name="Amoz Pay" userId="S::amoz1.pay@supinfo.com::4d2f8cb2-b070-4ae8-bcd7-1f67ea500ae8" providerId="AD" clId="Web-{75D92E10-DF78-B02E-D596-07F34CE9B31F}" dt="2026-08-17T02:52:37.268" v="423" actId="20577"/>
          <ac:spMkLst>
            <pc:docMk/>
            <pc:sldMk cId="3435545958" sldId="390"/>
            <ac:spMk id="3" creationId="{B883499C-C99E-1255-56DB-299838DBC992}"/>
          </ac:spMkLst>
        </pc:spChg>
        <pc:spChg chg="mod">
          <ac:chgData name="Amoz Pay" userId="S::amoz1.pay@supinfo.com::4d2f8cb2-b070-4ae8-bcd7-1f67ea500ae8" providerId="AD" clId="Web-{75D92E10-DF78-B02E-D596-07F34CE9B31F}" dt="2026-08-17T02:45:49.923" v="315" actId="20577"/>
          <ac:spMkLst>
            <pc:docMk/>
            <pc:sldMk cId="3435545958" sldId="390"/>
            <ac:spMk id="4" creationId="{AC9BA7B2-A9C3-EA74-3D6E-8DC1FE50C809}"/>
          </ac:spMkLst>
        </pc:spChg>
        <pc:spChg chg="del">
          <ac:chgData name="Amoz Pay" userId="S::amoz1.pay@supinfo.com::4d2f8cb2-b070-4ae8-bcd7-1f67ea500ae8" providerId="AD" clId="Web-{75D92E10-DF78-B02E-D596-07F34CE9B31F}" dt="2026-08-17T02:46:00.814" v="320"/>
          <ac:spMkLst>
            <pc:docMk/>
            <pc:sldMk cId="3435545958" sldId="390"/>
            <ac:spMk id="6" creationId="{88E4FD57-768E-32A6-F1F7-C120D160632D}"/>
          </ac:spMkLst>
        </pc:spChg>
        <pc:spChg chg="del">
          <ac:chgData name="Amoz Pay" userId="S::amoz1.pay@supinfo.com::4d2f8cb2-b070-4ae8-bcd7-1f67ea500ae8" providerId="AD" clId="Web-{75D92E10-DF78-B02E-D596-07F34CE9B31F}" dt="2026-08-17T02:45:59.845" v="319"/>
          <ac:spMkLst>
            <pc:docMk/>
            <pc:sldMk cId="3435545958" sldId="390"/>
            <ac:spMk id="7" creationId="{D6BEBB34-E7B9-4E89-48E3-DAEDB66015F3}"/>
          </ac:spMkLst>
        </pc:spChg>
        <pc:spChg chg="add mod">
          <ac:chgData name="Amoz Pay" userId="S::amoz1.pay@supinfo.com::4d2f8cb2-b070-4ae8-bcd7-1f67ea500ae8" providerId="AD" clId="Web-{75D92E10-DF78-B02E-D596-07F34CE9B31F}" dt="2026-08-17T02:47:24.208" v="334" actId="20577"/>
          <ac:spMkLst>
            <pc:docMk/>
            <pc:sldMk cId="3435545958" sldId="390"/>
            <ac:spMk id="8" creationId="{B6D56B71-CA04-F045-61FA-E2B2CAAE2EC6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2:52:40.581" v="424" actId="20577"/>
        <pc:sldMkLst>
          <pc:docMk/>
          <pc:sldMk cId="2060410634" sldId="391"/>
        </pc:sldMkLst>
        <pc:spChg chg="mod">
          <ac:chgData name="Amoz Pay" userId="S::amoz1.pay@supinfo.com::4d2f8cb2-b070-4ae8-bcd7-1f67ea500ae8" providerId="AD" clId="Web-{75D92E10-DF78-B02E-D596-07F34CE9B31F}" dt="2026-08-17T02:52:01.095" v="414" actId="20577"/>
          <ac:spMkLst>
            <pc:docMk/>
            <pc:sldMk cId="2060410634" sldId="391"/>
            <ac:spMk id="2" creationId="{23440030-CC59-D2C5-67CB-7D41B54C2C9B}"/>
          </ac:spMkLst>
        </pc:spChg>
        <pc:spChg chg="mod">
          <ac:chgData name="Amoz Pay" userId="S::amoz1.pay@supinfo.com::4d2f8cb2-b070-4ae8-bcd7-1f67ea500ae8" providerId="AD" clId="Web-{75D92E10-DF78-B02E-D596-07F34CE9B31F}" dt="2026-08-17T02:52:40.581" v="424" actId="20577"/>
          <ac:spMkLst>
            <pc:docMk/>
            <pc:sldMk cId="2060410634" sldId="391"/>
            <ac:spMk id="3" creationId="{7DB28495-BC7B-05CB-023B-38D52E6E4467}"/>
          </ac:spMkLst>
        </pc:spChg>
        <pc:spChg chg="mod">
          <ac:chgData name="Amoz Pay" userId="S::amoz1.pay@supinfo.com::4d2f8cb2-b070-4ae8-bcd7-1f67ea500ae8" providerId="AD" clId="Web-{75D92E10-DF78-B02E-D596-07F34CE9B31F}" dt="2026-08-17T02:48:17.038" v="367" actId="20577"/>
          <ac:spMkLst>
            <pc:docMk/>
            <pc:sldMk cId="2060410634" sldId="391"/>
            <ac:spMk id="4" creationId="{AE89148B-6373-1911-34A1-703C6B3C01BE}"/>
          </ac:spMkLst>
        </pc:spChg>
        <pc:spChg chg="mod">
          <ac:chgData name="Amoz Pay" userId="S::amoz1.pay@supinfo.com::4d2f8cb2-b070-4ae8-bcd7-1f67ea500ae8" providerId="AD" clId="Web-{75D92E10-DF78-B02E-D596-07F34CE9B31F}" dt="2026-08-17T02:51:26.218" v="401" actId="20577"/>
          <ac:spMkLst>
            <pc:docMk/>
            <pc:sldMk cId="2060410634" sldId="391"/>
            <ac:spMk id="8" creationId="{20DF0D3B-17A5-8732-5056-B338AC436E95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2:54:22.007" v="478" actId="1076"/>
        <pc:sldMkLst>
          <pc:docMk/>
          <pc:sldMk cId="1486460684" sldId="392"/>
        </pc:sldMkLst>
        <pc:spChg chg="mod">
          <ac:chgData name="Amoz Pay" userId="S::amoz1.pay@supinfo.com::4d2f8cb2-b070-4ae8-bcd7-1f67ea500ae8" providerId="AD" clId="Web-{75D92E10-DF78-B02E-D596-07F34CE9B31F}" dt="2026-08-17T02:54:13.694" v="477" actId="20577"/>
          <ac:spMkLst>
            <pc:docMk/>
            <pc:sldMk cId="1486460684" sldId="392"/>
            <ac:spMk id="2" creationId="{12C4F53F-7F2E-A9D5-A1A7-0B8E6A3D8153}"/>
          </ac:spMkLst>
        </pc:spChg>
        <pc:spChg chg="mod">
          <ac:chgData name="Amoz Pay" userId="S::amoz1.pay@supinfo.com::4d2f8cb2-b070-4ae8-bcd7-1f67ea500ae8" providerId="AD" clId="Web-{75D92E10-DF78-B02E-D596-07F34CE9B31F}" dt="2026-08-17T02:52:43.112" v="425" actId="20577"/>
          <ac:spMkLst>
            <pc:docMk/>
            <pc:sldMk cId="1486460684" sldId="392"/>
            <ac:spMk id="3" creationId="{4B8A9640-2BCA-954E-59A7-12EC3674F9CF}"/>
          </ac:spMkLst>
        </pc:spChg>
        <pc:spChg chg="mod">
          <ac:chgData name="Amoz Pay" userId="S::amoz1.pay@supinfo.com::4d2f8cb2-b070-4ae8-bcd7-1f67ea500ae8" providerId="AD" clId="Web-{75D92E10-DF78-B02E-D596-07F34CE9B31F}" dt="2026-08-17T02:52:52.488" v="441" actId="20577"/>
          <ac:spMkLst>
            <pc:docMk/>
            <pc:sldMk cId="1486460684" sldId="392"/>
            <ac:spMk id="4" creationId="{21EF96FF-340F-61B4-3FA1-10262E37CDB1}"/>
          </ac:spMkLst>
        </pc:spChg>
        <pc:spChg chg="mod">
          <ac:chgData name="Amoz Pay" userId="S::amoz1.pay@supinfo.com::4d2f8cb2-b070-4ae8-bcd7-1f67ea500ae8" providerId="AD" clId="Web-{75D92E10-DF78-B02E-D596-07F34CE9B31F}" dt="2026-08-17T02:54:22.007" v="478" actId="1076"/>
          <ac:spMkLst>
            <pc:docMk/>
            <pc:sldMk cId="1486460684" sldId="392"/>
            <ac:spMk id="8" creationId="{9E92BD91-6275-65DA-F94B-810B41D48688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2:57:12.811" v="587" actId="20577"/>
        <pc:sldMkLst>
          <pc:docMk/>
          <pc:sldMk cId="81964339" sldId="393"/>
        </pc:sldMkLst>
        <pc:spChg chg="mod">
          <ac:chgData name="Amoz Pay" userId="S::amoz1.pay@supinfo.com::4d2f8cb2-b070-4ae8-bcd7-1f67ea500ae8" providerId="AD" clId="Web-{75D92E10-DF78-B02E-D596-07F34CE9B31F}" dt="2026-08-17T02:57:12.811" v="587" actId="20577"/>
          <ac:spMkLst>
            <pc:docMk/>
            <pc:sldMk cId="81964339" sldId="393"/>
            <ac:spMk id="2" creationId="{2AC6C34F-11ED-F3C3-B2A0-CBB94DC5DFAB}"/>
          </ac:spMkLst>
        </pc:spChg>
        <pc:spChg chg="mod">
          <ac:chgData name="Amoz Pay" userId="S::amoz1.pay@supinfo.com::4d2f8cb2-b070-4ae8-bcd7-1f67ea500ae8" providerId="AD" clId="Web-{75D92E10-DF78-B02E-D596-07F34CE9B31F}" dt="2026-08-17T02:54:47.399" v="493" actId="20577"/>
          <ac:spMkLst>
            <pc:docMk/>
            <pc:sldMk cId="81964339" sldId="393"/>
            <ac:spMk id="4" creationId="{D41664FA-1586-6A58-69D0-6B53C26A58C3}"/>
          </ac:spMkLst>
        </pc:spChg>
        <pc:spChg chg="mod">
          <ac:chgData name="Amoz Pay" userId="S::amoz1.pay@supinfo.com::4d2f8cb2-b070-4ae8-bcd7-1f67ea500ae8" providerId="AD" clId="Web-{75D92E10-DF78-B02E-D596-07F34CE9B31F}" dt="2026-08-17T02:55:42.354" v="513" actId="1076"/>
          <ac:spMkLst>
            <pc:docMk/>
            <pc:sldMk cId="81964339" sldId="393"/>
            <ac:spMk id="8" creationId="{ECA22B51-4B57-D9D2-17B3-1304C7F57B3A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3:01:35.978" v="684" actId="14100"/>
        <pc:sldMkLst>
          <pc:docMk/>
          <pc:sldMk cId="3290390411" sldId="394"/>
        </pc:sldMkLst>
        <pc:spChg chg="mod">
          <ac:chgData name="Amoz Pay" userId="S::amoz1.pay@supinfo.com::4d2f8cb2-b070-4ae8-bcd7-1f67ea500ae8" providerId="AD" clId="Web-{75D92E10-DF78-B02E-D596-07F34CE9B31F}" dt="2026-08-17T03:01:35.978" v="684" actId="14100"/>
          <ac:spMkLst>
            <pc:docMk/>
            <pc:sldMk cId="3290390411" sldId="394"/>
            <ac:spMk id="2" creationId="{92087311-A260-0ABE-B4E4-75FCAD610F24}"/>
          </ac:spMkLst>
        </pc:spChg>
        <pc:spChg chg="mod">
          <ac:chgData name="Amoz Pay" userId="S::amoz1.pay@supinfo.com::4d2f8cb2-b070-4ae8-bcd7-1f67ea500ae8" providerId="AD" clId="Web-{75D92E10-DF78-B02E-D596-07F34CE9B31F}" dt="2026-08-17T02:57:58.797" v="592" actId="20577"/>
          <ac:spMkLst>
            <pc:docMk/>
            <pc:sldMk cId="3290390411" sldId="394"/>
            <ac:spMk id="4" creationId="{78559FDB-4A3E-BDA1-A6A5-1E6E6005ED91}"/>
          </ac:spMkLst>
        </pc:spChg>
        <pc:spChg chg="mod">
          <ac:chgData name="Amoz Pay" userId="S::amoz1.pay@supinfo.com::4d2f8cb2-b070-4ae8-bcd7-1f67ea500ae8" providerId="AD" clId="Web-{75D92E10-DF78-B02E-D596-07F34CE9B31F}" dt="2026-08-17T03:01:33.697" v="683" actId="1076"/>
          <ac:spMkLst>
            <pc:docMk/>
            <pc:sldMk cId="3290390411" sldId="394"/>
            <ac:spMk id="8" creationId="{BDD99C8F-7469-5C6D-04E7-53CE89EBCFF1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3:30:08.937" v="833" actId="14100"/>
        <pc:sldMkLst>
          <pc:docMk/>
          <pc:sldMk cId="49775684" sldId="395"/>
        </pc:sldMkLst>
        <pc:spChg chg="mod">
          <ac:chgData name="Amoz Pay" userId="S::amoz1.pay@supinfo.com::4d2f8cb2-b070-4ae8-bcd7-1f67ea500ae8" providerId="AD" clId="Web-{75D92E10-DF78-B02E-D596-07F34CE9B31F}" dt="2026-08-17T03:28:35.683" v="748" actId="20577"/>
          <ac:spMkLst>
            <pc:docMk/>
            <pc:sldMk cId="49775684" sldId="395"/>
            <ac:spMk id="2" creationId="{138EB219-8BEF-AF31-3C6C-0FEBD51D5D02}"/>
          </ac:spMkLst>
        </pc:spChg>
        <pc:spChg chg="mod">
          <ac:chgData name="Amoz Pay" userId="S::amoz1.pay@supinfo.com::4d2f8cb2-b070-4ae8-bcd7-1f67ea500ae8" providerId="AD" clId="Web-{75D92E10-DF78-B02E-D596-07F34CE9B31F}" dt="2026-08-17T03:27:01.647" v="708" actId="20577"/>
          <ac:spMkLst>
            <pc:docMk/>
            <pc:sldMk cId="49775684" sldId="395"/>
            <ac:spMk id="4" creationId="{E6F5C818-99C8-F686-182A-1BA09DEFFC6F}"/>
          </ac:spMkLst>
        </pc:spChg>
        <pc:spChg chg="mod">
          <ac:chgData name="Amoz Pay" userId="S::amoz1.pay@supinfo.com::4d2f8cb2-b070-4ae8-bcd7-1f67ea500ae8" providerId="AD" clId="Web-{75D92E10-DF78-B02E-D596-07F34CE9B31F}" dt="2026-08-17T03:30:08.937" v="833" actId="14100"/>
          <ac:spMkLst>
            <pc:docMk/>
            <pc:sldMk cId="49775684" sldId="395"/>
            <ac:spMk id="8" creationId="{B0A8A7B5-D043-9FAC-2C65-9FE7A3B4E48B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3:30:13.484" v="835" actId="20577"/>
        <pc:sldMkLst>
          <pc:docMk/>
          <pc:sldMk cId="3736955276" sldId="396"/>
        </pc:sldMkLst>
        <pc:spChg chg="mod">
          <ac:chgData name="Amoz Pay" userId="S::amoz1.pay@supinfo.com::4d2f8cb2-b070-4ae8-bcd7-1f67ea500ae8" providerId="AD" clId="Web-{75D92E10-DF78-B02E-D596-07F34CE9B31F}" dt="2026-08-17T03:29:38.295" v="818" actId="20577"/>
          <ac:spMkLst>
            <pc:docMk/>
            <pc:sldMk cId="3736955276" sldId="396"/>
            <ac:spMk id="2" creationId="{93958832-E376-FF3F-8F89-F6372F4500D5}"/>
          </ac:spMkLst>
        </pc:spChg>
        <pc:spChg chg="mod">
          <ac:chgData name="Amoz Pay" userId="S::amoz1.pay@supinfo.com::4d2f8cb2-b070-4ae8-bcd7-1f67ea500ae8" providerId="AD" clId="Web-{75D92E10-DF78-B02E-D596-07F34CE9B31F}" dt="2026-08-17T03:30:13.484" v="835" actId="20577"/>
          <ac:spMkLst>
            <pc:docMk/>
            <pc:sldMk cId="3736955276" sldId="396"/>
            <ac:spMk id="8" creationId="{D7C14617-10E3-691E-22DC-60C2B8582329}"/>
          </ac:spMkLst>
        </pc:spChg>
      </pc:sldChg>
      <pc:sldChg chg="delSp modSp add replId">
        <pc:chgData name="Amoz Pay" userId="S::amoz1.pay@supinfo.com::4d2f8cb2-b070-4ae8-bcd7-1f67ea500ae8" providerId="AD" clId="Web-{75D92E10-DF78-B02E-D596-07F34CE9B31F}" dt="2026-08-17T03:33:07.773" v="936" actId="20577"/>
        <pc:sldMkLst>
          <pc:docMk/>
          <pc:sldMk cId="3130792647" sldId="397"/>
        </pc:sldMkLst>
        <pc:spChg chg="mod">
          <ac:chgData name="Amoz Pay" userId="S::amoz1.pay@supinfo.com::4d2f8cb2-b070-4ae8-bcd7-1f67ea500ae8" providerId="AD" clId="Web-{75D92E10-DF78-B02E-D596-07F34CE9B31F}" dt="2026-08-17T03:33:07.773" v="936" actId="20577"/>
          <ac:spMkLst>
            <pc:docMk/>
            <pc:sldMk cId="3130792647" sldId="397"/>
            <ac:spMk id="2" creationId="{734D41D9-92F0-E45D-5806-96CD47FA5964}"/>
          </ac:spMkLst>
        </pc:spChg>
        <pc:spChg chg="mod">
          <ac:chgData name="Amoz Pay" userId="S::amoz1.pay@supinfo.com::4d2f8cb2-b070-4ae8-bcd7-1f67ea500ae8" providerId="AD" clId="Web-{75D92E10-DF78-B02E-D596-07F34CE9B31F}" dt="2026-08-17T03:30:48.454" v="842" actId="20577"/>
          <ac:spMkLst>
            <pc:docMk/>
            <pc:sldMk cId="3130792647" sldId="397"/>
            <ac:spMk id="4" creationId="{31CFA96B-CF04-FAC5-2E87-DEC42F807FF5}"/>
          </ac:spMkLst>
        </pc:spChg>
        <pc:spChg chg="del mod">
          <ac:chgData name="Amoz Pay" userId="S::amoz1.pay@supinfo.com::4d2f8cb2-b070-4ae8-bcd7-1f67ea500ae8" providerId="AD" clId="Web-{75D92E10-DF78-B02E-D596-07F34CE9B31F}" dt="2026-08-17T03:31:36.097" v="858"/>
          <ac:spMkLst>
            <pc:docMk/>
            <pc:sldMk cId="3130792647" sldId="397"/>
            <ac:spMk id="8" creationId="{B2745B21-9A1B-AC37-22CB-5412CCA4C9B8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3:45:08.539" v="1126" actId="20577"/>
        <pc:sldMkLst>
          <pc:docMk/>
          <pc:sldMk cId="811895328" sldId="398"/>
        </pc:sldMkLst>
        <pc:spChg chg="mod">
          <ac:chgData name="Amoz Pay" userId="S::amoz1.pay@supinfo.com::4d2f8cb2-b070-4ae8-bcd7-1f67ea500ae8" providerId="AD" clId="Web-{75D92E10-DF78-B02E-D596-07F34CE9B31F}" dt="2026-08-17T03:45:08.539" v="1126" actId="20577"/>
          <ac:spMkLst>
            <pc:docMk/>
            <pc:sldMk cId="811895328" sldId="398"/>
            <ac:spMk id="2" creationId="{F85B737D-2C7C-B20E-1D7F-2EFBC4E4DFE1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3:56:54.460" v="1432" actId="20577"/>
        <pc:sldMkLst>
          <pc:docMk/>
          <pc:sldMk cId="2334602998" sldId="399"/>
        </pc:sldMkLst>
        <pc:spChg chg="mod">
          <ac:chgData name="Amoz Pay" userId="S::amoz1.pay@supinfo.com::4d2f8cb2-b070-4ae8-bcd7-1f67ea500ae8" providerId="AD" clId="Web-{75D92E10-DF78-B02E-D596-07F34CE9B31F}" dt="2026-08-17T03:56:54.460" v="1432" actId="20577"/>
          <ac:spMkLst>
            <pc:docMk/>
            <pc:sldMk cId="2334602998" sldId="399"/>
            <ac:spMk id="2" creationId="{876C6AA1-2084-D5AC-0D0A-9D53D88D124D}"/>
          </ac:spMkLst>
        </pc:spChg>
        <pc:spChg chg="mod">
          <ac:chgData name="Amoz Pay" userId="S::amoz1.pay@supinfo.com::4d2f8cb2-b070-4ae8-bcd7-1f67ea500ae8" providerId="AD" clId="Web-{75D92E10-DF78-B02E-D596-07F34CE9B31F}" dt="2026-08-17T03:46:10.104" v="1137" actId="20577"/>
          <ac:spMkLst>
            <pc:docMk/>
            <pc:sldMk cId="2334602998" sldId="399"/>
            <ac:spMk id="4" creationId="{87EC43B3-DA04-EF1C-580E-2F9B2D089219}"/>
          </ac:spMkLst>
        </pc:spChg>
        <pc:spChg chg="add mod">
          <ac:chgData name="Amoz Pay" userId="S::amoz1.pay@supinfo.com::4d2f8cb2-b070-4ae8-bcd7-1f67ea500ae8" providerId="AD" clId="Web-{75D92E10-DF78-B02E-D596-07F34CE9B31F}" dt="2026-08-17T03:49:15.393" v="1239" actId="1076"/>
          <ac:spMkLst>
            <pc:docMk/>
            <pc:sldMk cId="2334602998" sldId="399"/>
            <ac:spMk id="6" creationId="{DD30E5F6-4B88-923B-CFA0-CE5989A1DFBB}"/>
          </ac:spMkLst>
        </pc:spChg>
        <pc:spChg chg="add del">
          <ac:chgData name="Amoz Pay" userId="S::amoz1.pay@supinfo.com::4d2f8cb2-b070-4ae8-bcd7-1f67ea500ae8" providerId="AD" clId="Web-{75D92E10-DF78-B02E-D596-07F34CE9B31F}" dt="2026-08-17T03:48:22.907" v="1216"/>
          <ac:spMkLst>
            <pc:docMk/>
            <pc:sldMk cId="2334602998" sldId="399"/>
            <ac:spMk id="7" creationId="{89EB276F-67E1-4E37-4081-8046281A8F28}"/>
          </ac:spMkLst>
        </pc:spChg>
        <pc:spChg chg="add mod">
          <ac:chgData name="Amoz Pay" userId="S::amoz1.pay@supinfo.com::4d2f8cb2-b070-4ae8-bcd7-1f67ea500ae8" providerId="AD" clId="Web-{75D92E10-DF78-B02E-D596-07F34CE9B31F}" dt="2026-08-17T03:51:30.305" v="1337" actId="20577"/>
          <ac:spMkLst>
            <pc:docMk/>
            <pc:sldMk cId="2334602998" sldId="399"/>
            <ac:spMk id="8" creationId="{DF0BD00A-BCCB-9EE3-1E74-8F455DD89AC4}"/>
          </ac:spMkLst>
        </pc:spChg>
        <pc:spChg chg="add mod">
          <ac:chgData name="Amoz Pay" userId="S::amoz1.pay@supinfo.com::4d2f8cb2-b070-4ae8-bcd7-1f67ea500ae8" providerId="AD" clId="Web-{75D92E10-DF78-B02E-D596-07F34CE9B31F}" dt="2026-08-17T03:51:39.337" v="1344" actId="20577"/>
          <ac:spMkLst>
            <pc:docMk/>
            <pc:sldMk cId="2334602998" sldId="399"/>
            <ac:spMk id="9" creationId="{D52A9C92-DCFF-9BA3-E551-27BC89E259A0}"/>
          </ac:spMkLst>
        </pc:spChg>
        <pc:spChg chg="add mod">
          <ac:chgData name="Amoz Pay" userId="S::amoz1.pay@supinfo.com::4d2f8cb2-b070-4ae8-bcd7-1f67ea500ae8" providerId="AD" clId="Web-{75D92E10-DF78-B02E-D596-07F34CE9B31F}" dt="2026-08-17T03:51:51.228" v="1351" actId="20577"/>
          <ac:spMkLst>
            <pc:docMk/>
            <pc:sldMk cId="2334602998" sldId="399"/>
            <ac:spMk id="10" creationId="{A329E568-65E4-801D-715E-654A985A9656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4:00:15.297" v="1499" actId="20577"/>
        <pc:sldMkLst>
          <pc:docMk/>
          <pc:sldMk cId="2616918962" sldId="400"/>
        </pc:sldMkLst>
        <pc:spChg chg="mod">
          <ac:chgData name="Amoz Pay" userId="S::amoz1.pay@supinfo.com::4d2f8cb2-b070-4ae8-bcd7-1f67ea500ae8" providerId="AD" clId="Web-{75D92E10-DF78-B02E-D596-07F34CE9B31F}" dt="2026-08-17T03:58:05.635" v="1448" actId="20577"/>
          <ac:spMkLst>
            <pc:docMk/>
            <pc:sldMk cId="2616918962" sldId="400"/>
            <ac:spMk id="2" creationId="{56C08178-F098-91D3-B80F-645393B6FF68}"/>
          </ac:spMkLst>
        </pc:spChg>
        <pc:spChg chg="add mod">
          <ac:chgData name="Amoz Pay" userId="S::amoz1.pay@supinfo.com::4d2f8cb2-b070-4ae8-bcd7-1f67ea500ae8" providerId="AD" clId="Web-{75D92E10-DF78-B02E-D596-07F34CE9B31F}" dt="2026-08-17T04:00:15.297" v="1499" actId="20577"/>
          <ac:spMkLst>
            <pc:docMk/>
            <pc:sldMk cId="2616918962" sldId="400"/>
            <ac:spMk id="5" creationId="{0B7BE167-3CC7-C799-615F-B8F77F6815B2}"/>
          </ac:spMkLst>
        </pc:spChg>
        <pc:spChg chg="mod">
          <ac:chgData name="Amoz Pay" userId="S::amoz1.pay@supinfo.com::4d2f8cb2-b070-4ae8-bcd7-1f67ea500ae8" providerId="AD" clId="Web-{75D92E10-DF78-B02E-D596-07F34CE9B31F}" dt="2026-08-17T03:55:32.832" v="1420" actId="14100"/>
          <ac:spMkLst>
            <pc:docMk/>
            <pc:sldMk cId="2616918962" sldId="400"/>
            <ac:spMk id="6" creationId="{2D1ADEAC-7C83-8125-9283-6D572FD0CCDB}"/>
          </ac:spMkLst>
        </pc:spChg>
        <pc:spChg chg="add mod">
          <ac:chgData name="Amoz Pay" userId="S::amoz1.pay@supinfo.com::4d2f8cb2-b070-4ae8-bcd7-1f67ea500ae8" providerId="AD" clId="Web-{75D92E10-DF78-B02E-D596-07F34CE9B31F}" dt="2026-08-17T04:00:02.640" v="1492" actId="20577"/>
          <ac:spMkLst>
            <pc:docMk/>
            <pc:sldMk cId="2616918962" sldId="400"/>
            <ac:spMk id="7" creationId="{A3E04588-29FD-F637-DAF5-AFA8165CE75E}"/>
          </ac:spMkLst>
        </pc:spChg>
        <pc:spChg chg="del">
          <ac:chgData name="Amoz Pay" userId="S::amoz1.pay@supinfo.com::4d2f8cb2-b070-4ae8-bcd7-1f67ea500ae8" providerId="AD" clId="Web-{75D92E10-DF78-B02E-D596-07F34CE9B31F}" dt="2026-08-17T03:54:05.750" v="1384"/>
          <ac:spMkLst>
            <pc:docMk/>
            <pc:sldMk cId="2616918962" sldId="400"/>
            <ac:spMk id="8" creationId="{01FD22BD-D602-4940-7C94-8131C3C77A25}"/>
          </ac:spMkLst>
        </pc:spChg>
        <pc:spChg chg="del">
          <ac:chgData name="Amoz Pay" userId="S::amoz1.pay@supinfo.com::4d2f8cb2-b070-4ae8-bcd7-1f67ea500ae8" providerId="AD" clId="Web-{75D92E10-DF78-B02E-D596-07F34CE9B31F}" dt="2026-08-17T03:54:05.750" v="1383"/>
          <ac:spMkLst>
            <pc:docMk/>
            <pc:sldMk cId="2616918962" sldId="400"/>
            <ac:spMk id="9" creationId="{1327331C-F843-2BBB-3DA7-D9CA46B53ACD}"/>
          </ac:spMkLst>
        </pc:spChg>
        <pc:spChg chg="del">
          <ac:chgData name="Amoz Pay" userId="S::amoz1.pay@supinfo.com::4d2f8cb2-b070-4ae8-bcd7-1f67ea500ae8" providerId="AD" clId="Web-{75D92E10-DF78-B02E-D596-07F34CE9B31F}" dt="2026-08-17T03:54:05.750" v="1382"/>
          <ac:spMkLst>
            <pc:docMk/>
            <pc:sldMk cId="2616918962" sldId="400"/>
            <ac:spMk id="10" creationId="{5C82F512-EEB3-C64E-B6A7-446BC3EF1304}"/>
          </ac:spMkLst>
        </pc:spChg>
      </pc:sldChg>
      <pc:sldChg chg="add del replId">
        <pc:chgData name="Amoz Pay" userId="S::amoz1.pay@supinfo.com::4d2f8cb2-b070-4ae8-bcd7-1f67ea500ae8" providerId="AD" clId="Web-{75D92E10-DF78-B02E-D596-07F34CE9B31F}" dt="2026-08-17T03:52:42.230" v="1353"/>
        <pc:sldMkLst>
          <pc:docMk/>
          <pc:sldMk cId="3203505623" sldId="400"/>
        </pc:sldMkLst>
      </pc:sldChg>
      <pc:sldChg chg="modSp add replId">
        <pc:chgData name="Amoz Pay" userId="S::amoz1.pay@supinfo.com::4d2f8cb2-b070-4ae8-bcd7-1f67ea500ae8" providerId="AD" clId="Web-{75D92E10-DF78-B02E-D596-07F34CE9B31F}" dt="2026-08-17T04:35:36.241" v="1837" actId="1076"/>
        <pc:sldMkLst>
          <pc:docMk/>
          <pc:sldMk cId="1008204277" sldId="401"/>
        </pc:sldMkLst>
        <pc:spChg chg="mod">
          <ac:chgData name="Amoz Pay" userId="S::amoz1.pay@supinfo.com::4d2f8cb2-b070-4ae8-bcd7-1f67ea500ae8" providerId="AD" clId="Web-{75D92E10-DF78-B02E-D596-07F34CE9B31F}" dt="2026-08-17T04:35:36.178" v="1833" actId="1076"/>
          <ac:spMkLst>
            <pc:docMk/>
            <pc:sldMk cId="1008204277" sldId="401"/>
            <ac:spMk id="2" creationId="{D53BFFAF-CC68-2CE6-F87C-8EF0D64FEFEF}"/>
          </ac:spMkLst>
        </pc:spChg>
        <pc:spChg chg="mod">
          <ac:chgData name="Amoz Pay" userId="S::amoz1.pay@supinfo.com::4d2f8cb2-b070-4ae8-bcd7-1f67ea500ae8" providerId="AD" clId="Web-{75D92E10-DF78-B02E-D596-07F34CE9B31F}" dt="2026-08-17T04:35:36.194" v="1834" actId="1076"/>
          <ac:spMkLst>
            <pc:docMk/>
            <pc:sldMk cId="1008204277" sldId="401"/>
            <ac:spMk id="4" creationId="{5D258406-9893-85F8-2C0C-BC0FA39FDAA0}"/>
          </ac:spMkLst>
        </pc:spChg>
        <pc:spChg chg="mod">
          <ac:chgData name="Amoz Pay" userId="S::amoz1.pay@supinfo.com::4d2f8cb2-b070-4ae8-bcd7-1f67ea500ae8" providerId="AD" clId="Web-{75D92E10-DF78-B02E-D596-07F34CE9B31F}" dt="2026-08-17T04:35:36.225" v="1836" actId="1076"/>
          <ac:spMkLst>
            <pc:docMk/>
            <pc:sldMk cId="1008204277" sldId="401"/>
            <ac:spMk id="5" creationId="{0F725B83-3219-47D6-9A40-B710FECD33A5}"/>
          </ac:spMkLst>
        </pc:spChg>
        <pc:spChg chg="mod">
          <ac:chgData name="Amoz Pay" userId="S::amoz1.pay@supinfo.com::4d2f8cb2-b070-4ae8-bcd7-1f67ea500ae8" providerId="AD" clId="Web-{75D92E10-DF78-B02E-D596-07F34CE9B31F}" dt="2026-08-17T04:35:36.209" v="1835" actId="1076"/>
          <ac:spMkLst>
            <pc:docMk/>
            <pc:sldMk cId="1008204277" sldId="401"/>
            <ac:spMk id="6" creationId="{98BA9BDC-5462-F3CA-7E06-AC32F873B940}"/>
          </ac:spMkLst>
        </pc:spChg>
        <pc:spChg chg="mod">
          <ac:chgData name="Amoz Pay" userId="S::amoz1.pay@supinfo.com::4d2f8cb2-b070-4ae8-bcd7-1f67ea500ae8" providerId="AD" clId="Web-{75D92E10-DF78-B02E-D596-07F34CE9B31F}" dt="2026-08-17T04:35:36.241" v="1837" actId="1076"/>
          <ac:spMkLst>
            <pc:docMk/>
            <pc:sldMk cId="1008204277" sldId="401"/>
            <ac:spMk id="7" creationId="{87F346CD-8C5B-FE31-FD1B-3E3A453F5E8B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4:10:48.466" v="1657" actId="20577"/>
        <pc:sldMkLst>
          <pc:docMk/>
          <pc:sldMk cId="3575347895" sldId="402"/>
        </pc:sldMkLst>
        <pc:spChg chg="mod">
          <ac:chgData name="Amoz Pay" userId="S::amoz1.pay@supinfo.com::4d2f8cb2-b070-4ae8-bcd7-1f67ea500ae8" providerId="AD" clId="Web-{75D92E10-DF78-B02E-D596-07F34CE9B31F}" dt="2026-08-17T04:10:48.466" v="1657" actId="20577"/>
          <ac:spMkLst>
            <pc:docMk/>
            <pc:sldMk cId="3575347895" sldId="402"/>
            <ac:spMk id="2" creationId="{02DD290C-A392-8CB1-3115-8FCA543CE059}"/>
          </ac:spMkLst>
        </pc:spChg>
        <pc:spChg chg="add del mod">
          <ac:chgData name="Amoz Pay" userId="S::amoz1.pay@supinfo.com::4d2f8cb2-b070-4ae8-bcd7-1f67ea500ae8" providerId="AD" clId="Web-{75D92E10-DF78-B02E-D596-07F34CE9B31F}" dt="2026-08-17T04:09:41.713" v="1606"/>
          <ac:spMkLst>
            <pc:docMk/>
            <pc:sldMk cId="3575347895" sldId="402"/>
            <ac:spMk id="5" creationId="{F5DF987D-A474-4BD3-6780-3CCBAF4720D0}"/>
          </ac:spMkLst>
        </pc:spChg>
        <pc:spChg chg="del">
          <ac:chgData name="Amoz Pay" userId="S::amoz1.pay@supinfo.com::4d2f8cb2-b070-4ae8-bcd7-1f67ea500ae8" providerId="AD" clId="Web-{75D92E10-DF78-B02E-D596-07F34CE9B31F}" dt="2026-08-17T04:08:37.819" v="1572"/>
          <ac:spMkLst>
            <pc:docMk/>
            <pc:sldMk cId="3575347895" sldId="402"/>
            <ac:spMk id="6" creationId="{F8210FF2-5289-B70C-4093-8DD746B61F76}"/>
          </ac:spMkLst>
        </pc:spChg>
        <pc:spChg chg="del">
          <ac:chgData name="Amoz Pay" userId="S::amoz1.pay@supinfo.com::4d2f8cb2-b070-4ae8-bcd7-1f67ea500ae8" providerId="AD" clId="Web-{75D92E10-DF78-B02E-D596-07F34CE9B31F}" dt="2026-08-17T04:08:38.710" v="1573"/>
          <ac:spMkLst>
            <pc:docMk/>
            <pc:sldMk cId="3575347895" sldId="402"/>
            <ac:spMk id="7" creationId="{D7FCEFC6-E010-858E-E461-A14689D2CAD8}"/>
          </ac:spMkLst>
        </pc:spChg>
        <pc:spChg chg="add mod">
          <ac:chgData name="Amoz Pay" userId="S::amoz1.pay@supinfo.com::4d2f8cb2-b070-4ae8-bcd7-1f67ea500ae8" providerId="AD" clId="Web-{75D92E10-DF78-B02E-D596-07F34CE9B31F}" dt="2026-08-17T04:10:19.996" v="1633" actId="20577"/>
          <ac:spMkLst>
            <pc:docMk/>
            <pc:sldMk cId="3575347895" sldId="402"/>
            <ac:spMk id="9" creationId="{5301873C-F053-4A17-B003-CEE53E5DF785}"/>
          </ac:spMkLst>
        </pc:spChg>
        <pc:spChg chg="add del">
          <ac:chgData name="Amoz Pay" userId="S::amoz1.pay@supinfo.com::4d2f8cb2-b070-4ae8-bcd7-1f67ea500ae8" providerId="AD" clId="Web-{75D92E10-DF78-B02E-D596-07F34CE9B31F}" dt="2026-08-17T04:09:51.979" v="1611"/>
          <ac:spMkLst>
            <pc:docMk/>
            <pc:sldMk cId="3575347895" sldId="402"/>
            <ac:spMk id="11" creationId="{F97AB2B1-2228-3FD2-AB0E-DD4E98880B96}"/>
          </ac:spMkLst>
        </pc:spChg>
      </pc:sldChg>
      <pc:sldChg chg="modSp add replId">
        <pc:chgData name="Amoz Pay" userId="S::amoz1.pay@supinfo.com::4d2f8cb2-b070-4ae8-bcd7-1f67ea500ae8" providerId="AD" clId="Web-{75D92E10-DF78-B02E-D596-07F34CE9B31F}" dt="2026-08-17T04:41:10.969" v="1884" actId="20577"/>
        <pc:sldMkLst>
          <pc:docMk/>
          <pc:sldMk cId="3501893332" sldId="403"/>
        </pc:sldMkLst>
        <pc:spChg chg="mod">
          <ac:chgData name="Amoz Pay" userId="S::amoz1.pay@supinfo.com::4d2f8cb2-b070-4ae8-bcd7-1f67ea500ae8" providerId="AD" clId="Web-{75D92E10-DF78-B02E-D596-07F34CE9B31F}" dt="2026-08-17T04:41:10.969" v="1884" actId="20577"/>
          <ac:spMkLst>
            <pc:docMk/>
            <pc:sldMk cId="3501893332" sldId="403"/>
            <ac:spMk id="2" creationId="{094395E1-B424-BB16-F562-577731BFB089}"/>
          </ac:spMkLst>
        </pc:spChg>
      </pc:sldChg>
      <pc:sldChg chg="modSp add ord replId">
        <pc:chgData name="Amoz Pay" userId="S::amoz1.pay@supinfo.com::4d2f8cb2-b070-4ae8-bcd7-1f67ea500ae8" providerId="AD" clId="Web-{75D92E10-DF78-B02E-D596-07F34CE9B31F}" dt="2026-08-17T04:48:38.201" v="1908" actId="20577"/>
        <pc:sldMkLst>
          <pc:docMk/>
          <pc:sldMk cId="70477179" sldId="404"/>
        </pc:sldMkLst>
        <pc:spChg chg="mod">
          <ac:chgData name="Amoz Pay" userId="S::amoz1.pay@supinfo.com::4d2f8cb2-b070-4ae8-bcd7-1f67ea500ae8" providerId="AD" clId="Web-{75D92E10-DF78-B02E-D596-07F34CE9B31F}" dt="2026-08-17T04:48:38.201" v="1908" actId="20577"/>
          <ac:spMkLst>
            <pc:docMk/>
            <pc:sldMk cId="70477179" sldId="404"/>
            <ac:spMk id="2" creationId="{6A581F57-2735-24F8-65B2-651B6DC172DD}"/>
          </ac:spMkLst>
        </pc:spChg>
      </pc:sldChg>
      <pc:sldChg chg="addSp modSp add ord replId">
        <pc:chgData name="Amoz Pay" userId="S::amoz1.pay@supinfo.com::4d2f8cb2-b070-4ae8-bcd7-1f67ea500ae8" providerId="AD" clId="Web-{75D92E10-DF78-B02E-D596-07F34CE9B31F}" dt="2026-08-17T04:52:20.895" v="2120" actId="20577"/>
        <pc:sldMkLst>
          <pc:docMk/>
          <pc:sldMk cId="4154781521" sldId="405"/>
        </pc:sldMkLst>
        <pc:spChg chg="mod">
          <ac:chgData name="Amoz Pay" userId="S::amoz1.pay@supinfo.com::4d2f8cb2-b070-4ae8-bcd7-1f67ea500ae8" providerId="AD" clId="Web-{75D92E10-DF78-B02E-D596-07F34CE9B31F}" dt="2026-08-17T04:51:27.252" v="2057" actId="14100"/>
          <ac:spMkLst>
            <pc:docMk/>
            <pc:sldMk cId="4154781521" sldId="405"/>
            <ac:spMk id="2" creationId="{8C7A2C21-FE38-2760-D9AE-1893A09C6D88}"/>
          </ac:spMkLst>
        </pc:spChg>
        <pc:spChg chg="mod">
          <ac:chgData name="Amoz Pay" userId="S::amoz1.pay@supinfo.com::4d2f8cb2-b070-4ae8-bcd7-1f67ea500ae8" providerId="AD" clId="Web-{75D92E10-DF78-B02E-D596-07F34CE9B31F}" dt="2026-08-17T04:49:05.748" v="1952" actId="20577"/>
          <ac:spMkLst>
            <pc:docMk/>
            <pc:sldMk cId="4154781521" sldId="405"/>
            <ac:spMk id="3" creationId="{0E2E322B-A88C-7DD9-6F40-CB9DAF0ABAFF}"/>
          </ac:spMkLst>
        </pc:spChg>
        <pc:spChg chg="mod">
          <ac:chgData name="Amoz Pay" userId="S::amoz1.pay@supinfo.com::4d2f8cb2-b070-4ae8-bcd7-1f67ea500ae8" providerId="AD" clId="Web-{75D92E10-DF78-B02E-D596-07F34CE9B31F}" dt="2026-08-17T04:49:39.874" v="1974" actId="20577"/>
          <ac:spMkLst>
            <pc:docMk/>
            <pc:sldMk cId="4154781521" sldId="405"/>
            <ac:spMk id="4" creationId="{34B31EE0-1C80-3E92-03B2-D9783559E039}"/>
          </ac:spMkLst>
        </pc:spChg>
        <pc:spChg chg="add mod">
          <ac:chgData name="Amoz Pay" userId="S::amoz1.pay@supinfo.com::4d2f8cb2-b070-4ae8-bcd7-1f67ea500ae8" providerId="AD" clId="Web-{75D92E10-DF78-B02E-D596-07F34CE9B31F}" dt="2026-08-17T04:51:20.393" v="2055" actId="1076"/>
          <ac:spMkLst>
            <pc:docMk/>
            <pc:sldMk cId="4154781521" sldId="405"/>
            <ac:spMk id="5" creationId="{A56A608B-1B1A-5FB0-FBA5-BEA1FCB0E376}"/>
          </ac:spMkLst>
        </pc:spChg>
        <pc:spChg chg="add mod">
          <ac:chgData name="Amoz Pay" userId="S::amoz1.pay@supinfo.com::4d2f8cb2-b070-4ae8-bcd7-1f67ea500ae8" providerId="AD" clId="Web-{75D92E10-DF78-B02E-D596-07F34CE9B31F}" dt="2026-08-17T04:51:20.408" v="2056" actId="1076"/>
          <ac:spMkLst>
            <pc:docMk/>
            <pc:sldMk cId="4154781521" sldId="405"/>
            <ac:spMk id="6" creationId="{5C9DA3D5-981F-FD6C-D0AF-516ABA2C1303}"/>
          </ac:spMkLst>
        </pc:spChg>
        <pc:spChg chg="add mod">
          <ac:chgData name="Amoz Pay" userId="S::amoz1.pay@supinfo.com::4d2f8cb2-b070-4ae8-bcd7-1f67ea500ae8" providerId="AD" clId="Web-{75D92E10-DF78-B02E-D596-07F34CE9B31F}" dt="2026-08-17T04:52:20.895" v="2120" actId="20577"/>
          <ac:spMkLst>
            <pc:docMk/>
            <pc:sldMk cId="4154781521" sldId="405"/>
            <ac:spMk id="8" creationId="{30F6318E-2E50-CFD6-AFE2-8598FD2EBEA0}"/>
          </ac:spMkLst>
        </pc:spChg>
      </pc:sldChg>
      <pc:sldChg chg="addSp delSp modSp add del replId">
        <pc:chgData name="Amoz Pay" userId="S::amoz1.pay@supinfo.com::4d2f8cb2-b070-4ae8-bcd7-1f67ea500ae8" providerId="AD" clId="Web-{75D92E10-DF78-B02E-D596-07F34CE9B31F}" dt="2026-08-17T05:10:03.488" v="2505"/>
        <pc:sldMkLst>
          <pc:docMk/>
          <pc:sldMk cId="177428702" sldId="406"/>
        </pc:sldMkLst>
        <pc:spChg chg="mod">
          <ac:chgData name="Amoz Pay" userId="S::amoz1.pay@supinfo.com::4d2f8cb2-b070-4ae8-bcd7-1f67ea500ae8" providerId="AD" clId="Web-{75D92E10-DF78-B02E-D596-07F34CE9B31F}" dt="2026-08-17T05:04:20.290" v="2343" actId="20577"/>
          <ac:spMkLst>
            <pc:docMk/>
            <pc:sldMk cId="177428702" sldId="406"/>
            <ac:spMk id="2" creationId="{257B8F7A-E620-F103-06C6-B51FC8E7445B}"/>
          </ac:spMkLst>
        </pc:spChg>
        <pc:spChg chg="mod">
          <ac:chgData name="Amoz Pay" userId="S::amoz1.pay@supinfo.com::4d2f8cb2-b070-4ae8-bcd7-1f67ea500ae8" providerId="AD" clId="Web-{75D92E10-DF78-B02E-D596-07F34CE9B31F}" dt="2026-08-17T04:52:41.973" v="2128" actId="20577"/>
          <ac:spMkLst>
            <pc:docMk/>
            <pc:sldMk cId="177428702" sldId="406"/>
            <ac:spMk id="4" creationId="{38E36ADA-2BC7-CCFC-24D9-3D983E3875F2}"/>
          </ac:spMkLst>
        </pc:spChg>
        <pc:spChg chg="mod">
          <ac:chgData name="Amoz Pay" userId="S::amoz1.pay@supinfo.com::4d2f8cb2-b070-4ae8-bcd7-1f67ea500ae8" providerId="AD" clId="Web-{75D92E10-DF78-B02E-D596-07F34CE9B31F}" dt="2026-08-17T04:55:48.854" v="2222" actId="1076"/>
          <ac:spMkLst>
            <pc:docMk/>
            <pc:sldMk cId="177428702" sldId="406"/>
            <ac:spMk id="5" creationId="{153BF13B-E4E9-EBAC-0119-DAB710395C96}"/>
          </ac:spMkLst>
        </pc:spChg>
        <pc:spChg chg="del">
          <ac:chgData name="Amoz Pay" userId="S::amoz1.pay@supinfo.com::4d2f8cb2-b070-4ae8-bcd7-1f67ea500ae8" providerId="AD" clId="Web-{75D92E10-DF78-B02E-D596-07F34CE9B31F}" dt="2026-08-17T04:54:15.585" v="2169"/>
          <ac:spMkLst>
            <pc:docMk/>
            <pc:sldMk cId="177428702" sldId="406"/>
            <ac:spMk id="6" creationId="{5F1459B0-464F-88F8-93E5-85CB4B5D8B93}"/>
          </ac:spMkLst>
        </pc:spChg>
        <pc:spChg chg="add mod">
          <ac:chgData name="Amoz Pay" userId="S::amoz1.pay@supinfo.com::4d2f8cb2-b070-4ae8-bcd7-1f67ea500ae8" providerId="AD" clId="Web-{75D92E10-DF78-B02E-D596-07F34CE9B31F}" dt="2026-08-17T04:55:29.541" v="2215" actId="1076"/>
          <ac:spMkLst>
            <pc:docMk/>
            <pc:sldMk cId="177428702" sldId="406"/>
            <ac:spMk id="7" creationId="{D12BD4DD-518D-3C37-A248-0A5F663E37C0}"/>
          </ac:spMkLst>
        </pc:spChg>
        <pc:spChg chg="del">
          <ac:chgData name="Amoz Pay" userId="S::amoz1.pay@supinfo.com::4d2f8cb2-b070-4ae8-bcd7-1f67ea500ae8" providerId="AD" clId="Web-{75D92E10-DF78-B02E-D596-07F34CE9B31F}" dt="2026-08-17T04:53:46.538" v="2148"/>
          <ac:spMkLst>
            <pc:docMk/>
            <pc:sldMk cId="177428702" sldId="406"/>
            <ac:spMk id="8" creationId="{B459D1E4-34EF-9FA8-F374-C909801F1AE7}"/>
          </ac:spMkLst>
        </pc:spChg>
        <pc:spChg chg="add mod">
          <ac:chgData name="Amoz Pay" userId="S::amoz1.pay@supinfo.com::4d2f8cb2-b070-4ae8-bcd7-1f67ea500ae8" providerId="AD" clId="Web-{75D92E10-DF78-B02E-D596-07F34CE9B31F}" dt="2026-08-17T04:55:29.556" v="2216" actId="1076"/>
          <ac:spMkLst>
            <pc:docMk/>
            <pc:sldMk cId="177428702" sldId="406"/>
            <ac:spMk id="9" creationId="{A35BF9D7-A35B-8F09-339F-50EAB08D7965}"/>
          </ac:spMkLst>
        </pc:spChg>
        <pc:spChg chg="add mod">
          <ac:chgData name="Amoz Pay" userId="S::amoz1.pay@supinfo.com::4d2f8cb2-b070-4ae8-bcd7-1f67ea500ae8" providerId="AD" clId="Web-{75D92E10-DF78-B02E-D596-07F34CE9B31F}" dt="2026-08-17T04:55:29.556" v="2217" actId="1076"/>
          <ac:spMkLst>
            <pc:docMk/>
            <pc:sldMk cId="177428702" sldId="406"/>
            <ac:spMk id="10" creationId="{7B43C16D-57F6-A00E-BB89-FAF992339375}"/>
          </ac:spMkLst>
        </pc:spChg>
        <pc:spChg chg="add del mod">
          <ac:chgData name="Amoz Pay" userId="S::amoz1.pay@supinfo.com::4d2f8cb2-b070-4ae8-bcd7-1f67ea500ae8" providerId="AD" clId="Web-{75D92E10-DF78-B02E-D596-07F34CE9B31F}" dt="2026-08-17T04:57:21.950" v="2232"/>
          <ac:spMkLst>
            <pc:docMk/>
            <pc:sldMk cId="177428702" sldId="406"/>
            <ac:spMk id="15" creationId="{131A349C-7B33-05F0-BD1F-6F12398DFC3A}"/>
          </ac:spMkLst>
        </pc:spChg>
        <pc:spChg chg="add del mod">
          <ac:chgData name="Amoz Pay" userId="S::amoz1.pay@supinfo.com::4d2f8cb2-b070-4ae8-bcd7-1f67ea500ae8" providerId="AD" clId="Web-{75D92E10-DF78-B02E-D596-07F34CE9B31F}" dt="2026-08-17T05:01:09.347" v="2257"/>
          <ac:spMkLst>
            <pc:docMk/>
            <pc:sldMk cId="177428702" sldId="406"/>
            <ac:spMk id="17" creationId="{2A9F4C5E-565A-7026-3099-8176B837E67B}"/>
          </ac:spMkLst>
        </pc:spChg>
        <pc:spChg chg="add mod">
          <ac:chgData name="Amoz Pay" userId="S::amoz1.pay@supinfo.com::4d2f8cb2-b070-4ae8-bcd7-1f67ea500ae8" providerId="AD" clId="Web-{75D92E10-DF78-B02E-D596-07F34CE9B31F}" dt="2026-08-17T05:05:09.917" v="2361" actId="1076"/>
          <ac:spMkLst>
            <pc:docMk/>
            <pc:sldMk cId="177428702" sldId="406"/>
            <ac:spMk id="19" creationId="{89948BB2-E8F9-3A20-FDF1-E0EE0A4F39E8}"/>
          </ac:spMkLst>
        </pc:spChg>
        <pc:cxnChg chg="add del mod">
          <ac:chgData name="Amoz Pay" userId="S::amoz1.pay@supinfo.com::4d2f8cb2-b070-4ae8-bcd7-1f67ea500ae8" providerId="AD" clId="Web-{75D92E10-DF78-B02E-D596-07F34CE9B31F}" dt="2026-08-17T04:56:03.026" v="2225" actId="14100"/>
          <ac:cxnSpMkLst>
            <pc:docMk/>
            <pc:sldMk cId="177428702" sldId="406"/>
            <ac:cxnSpMk id="11" creationId="{53E23AB1-44EF-20D3-6E11-11CBE020CCFC}"/>
          </ac:cxnSpMkLst>
        </pc:cxnChg>
        <pc:cxnChg chg="add mod">
          <ac:chgData name="Amoz Pay" userId="S::amoz1.pay@supinfo.com::4d2f8cb2-b070-4ae8-bcd7-1f67ea500ae8" providerId="AD" clId="Web-{75D92E10-DF78-B02E-D596-07F34CE9B31F}" dt="2026-08-17T04:56:10.995" v="2227" actId="1076"/>
          <ac:cxnSpMkLst>
            <pc:docMk/>
            <pc:sldMk cId="177428702" sldId="406"/>
            <ac:cxnSpMk id="12" creationId="{44874B84-1379-BFC5-926F-764A33B7FC1F}"/>
          </ac:cxnSpMkLst>
        </pc:cxnChg>
        <pc:cxnChg chg="add mod">
          <ac:chgData name="Amoz Pay" userId="S::amoz1.pay@supinfo.com::4d2f8cb2-b070-4ae8-bcd7-1f67ea500ae8" providerId="AD" clId="Web-{75D92E10-DF78-B02E-D596-07F34CE9B31F}" dt="2026-08-17T04:56:18.120" v="2229" actId="1076"/>
          <ac:cxnSpMkLst>
            <pc:docMk/>
            <pc:sldMk cId="177428702" sldId="406"/>
            <ac:cxnSpMk id="13" creationId="{11E12ED2-C868-71A9-C5DF-DBEE89B75983}"/>
          </ac:cxnSpMkLst>
        </pc:cxnChg>
      </pc:sldChg>
      <pc:sldChg chg="addSp delSp modSp add ord replId">
        <pc:chgData name="Amoz Pay" userId="S::amoz1.pay@supinfo.com::4d2f8cb2-b070-4ae8-bcd7-1f67ea500ae8" providerId="AD" clId="Web-{75D92E10-DF78-B02E-D596-07F34CE9B31F}" dt="2026-08-17T05:07:42.109" v="2420" actId="20577"/>
        <pc:sldMkLst>
          <pc:docMk/>
          <pc:sldMk cId="1143304746" sldId="407"/>
        </pc:sldMkLst>
        <pc:spChg chg="mod">
          <ac:chgData name="Amoz Pay" userId="S::amoz1.pay@supinfo.com::4d2f8cb2-b070-4ae8-bcd7-1f67ea500ae8" providerId="AD" clId="Web-{75D92E10-DF78-B02E-D596-07F34CE9B31F}" dt="2026-08-17T05:07:07.389" v="2399" actId="20577"/>
          <ac:spMkLst>
            <pc:docMk/>
            <pc:sldMk cId="1143304746" sldId="407"/>
            <ac:spMk id="2" creationId="{6CA59A5B-9C96-A544-ECB9-8EA3A9493FAD}"/>
          </ac:spMkLst>
        </pc:spChg>
        <pc:spChg chg="del">
          <ac:chgData name="Amoz Pay" userId="S::amoz1.pay@supinfo.com::4d2f8cb2-b070-4ae8-bcd7-1f67ea500ae8" providerId="AD" clId="Web-{75D92E10-DF78-B02E-D596-07F34CE9B31F}" dt="2026-08-17T05:02:03.724" v="2286"/>
          <ac:spMkLst>
            <pc:docMk/>
            <pc:sldMk cId="1143304746" sldId="407"/>
            <ac:spMk id="5" creationId="{066287FF-273D-1F45-060E-5FDAF8350B88}"/>
          </ac:spMkLst>
        </pc:spChg>
        <pc:spChg chg="del">
          <ac:chgData name="Amoz Pay" userId="S::amoz1.pay@supinfo.com::4d2f8cb2-b070-4ae8-bcd7-1f67ea500ae8" providerId="AD" clId="Web-{75D92E10-DF78-B02E-D596-07F34CE9B31F}" dt="2026-08-17T05:02:03.724" v="2285"/>
          <ac:spMkLst>
            <pc:docMk/>
            <pc:sldMk cId="1143304746" sldId="407"/>
            <ac:spMk id="7" creationId="{897BA744-8D08-EDA0-B751-AB87ADD7BA39}"/>
          </ac:spMkLst>
        </pc:spChg>
        <pc:spChg chg="add mod">
          <ac:chgData name="Amoz Pay" userId="S::amoz1.pay@supinfo.com::4d2f8cb2-b070-4ae8-bcd7-1f67ea500ae8" providerId="AD" clId="Web-{75D92E10-DF78-B02E-D596-07F34CE9B31F}" dt="2026-08-17T05:06:04.872" v="2363" actId="1076"/>
          <ac:spMkLst>
            <pc:docMk/>
            <pc:sldMk cId="1143304746" sldId="407"/>
            <ac:spMk id="8" creationId="{E29DDFD0-4A34-CDD9-3D4E-41643DA39949}"/>
          </ac:spMkLst>
        </pc:spChg>
        <pc:spChg chg="del">
          <ac:chgData name="Amoz Pay" userId="S::amoz1.pay@supinfo.com::4d2f8cb2-b070-4ae8-bcd7-1f67ea500ae8" providerId="AD" clId="Web-{75D92E10-DF78-B02E-D596-07F34CE9B31F}" dt="2026-08-17T05:02:03.724" v="2284"/>
          <ac:spMkLst>
            <pc:docMk/>
            <pc:sldMk cId="1143304746" sldId="407"/>
            <ac:spMk id="9" creationId="{7E75C51D-E1CF-F751-933D-43A290F62BEF}"/>
          </ac:spMkLst>
        </pc:spChg>
        <pc:spChg chg="del">
          <ac:chgData name="Amoz Pay" userId="S::amoz1.pay@supinfo.com::4d2f8cb2-b070-4ae8-bcd7-1f67ea500ae8" providerId="AD" clId="Web-{75D92E10-DF78-B02E-D596-07F34CE9B31F}" dt="2026-08-17T05:02:03.724" v="2283"/>
          <ac:spMkLst>
            <pc:docMk/>
            <pc:sldMk cId="1143304746" sldId="407"/>
            <ac:spMk id="10" creationId="{10AB7C84-DC47-AB8C-C8DD-3622D1929238}"/>
          </ac:spMkLst>
        </pc:spChg>
        <pc:spChg chg="add del mod">
          <ac:chgData name="Amoz Pay" userId="S::amoz1.pay@supinfo.com::4d2f8cb2-b070-4ae8-bcd7-1f67ea500ae8" providerId="AD" clId="Web-{75D92E10-DF78-B02E-D596-07F34CE9B31F}" dt="2026-08-17T05:07:19.624" v="2404"/>
          <ac:spMkLst>
            <pc:docMk/>
            <pc:sldMk cId="1143304746" sldId="407"/>
            <ac:spMk id="14" creationId="{13837BF0-15EC-206A-F594-D0F577F666BA}"/>
          </ac:spMkLst>
        </pc:spChg>
        <pc:spChg chg="add mod">
          <ac:chgData name="Amoz Pay" userId="S::amoz1.pay@supinfo.com::4d2f8cb2-b070-4ae8-bcd7-1f67ea500ae8" providerId="AD" clId="Web-{75D92E10-DF78-B02E-D596-07F34CE9B31F}" dt="2026-08-17T05:07:42.109" v="2420" actId="20577"/>
          <ac:spMkLst>
            <pc:docMk/>
            <pc:sldMk cId="1143304746" sldId="407"/>
            <ac:spMk id="16" creationId="{6D835A79-8601-C652-A103-5ABF130A49A3}"/>
          </ac:spMkLst>
        </pc:spChg>
        <pc:cxnChg chg="del">
          <ac:chgData name="Amoz Pay" userId="S::amoz1.pay@supinfo.com::4d2f8cb2-b070-4ae8-bcd7-1f67ea500ae8" providerId="AD" clId="Web-{75D92E10-DF78-B02E-D596-07F34CE9B31F}" dt="2026-08-17T05:02:05.693" v="2288"/>
          <ac:cxnSpMkLst>
            <pc:docMk/>
            <pc:sldMk cId="1143304746" sldId="407"/>
            <ac:cxnSpMk id="11" creationId="{918E5128-1C51-EAAF-5A0B-D6D2CF7AD836}"/>
          </ac:cxnSpMkLst>
        </pc:cxnChg>
        <pc:cxnChg chg="del">
          <ac:chgData name="Amoz Pay" userId="S::amoz1.pay@supinfo.com::4d2f8cb2-b070-4ae8-bcd7-1f67ea500ae8" providerId="AD" clId="Web-{75D92E10-DF78-B02E-D596-07F34CE9B31F}" dt="2026-08-17T05:02:05.693" v="2287"/>
          <ac:cxnSpMkLst>
            <pc:docMk/>
            <pc:sldMk cId="1143304746" sldId="407"/>
            <ac:cxnSpMk id="12" creationId="{A8FEC009-9C2C-8DB2-0D11-82510AF889D7}"/>
          </ac:cxnSpMkLst>
        </pc:cxnChg>
        <pc:cxnChg chg="del">
          <ac:chgData name="Amoz Pay" userId="S::amoz1.pay@supinfo.com::4d2f8cb2-b070-4ae8-bcd7-1f67ea500ae8" providerId="AD" clId="Web-{75D92E10-DF78-B02E-D596-07F34CE9B31F}" dt="2026-08-17T05:02:03.724" v="2282"/>
          <ac:cxnSpMkLst>
            <pc:docMk/>
            <pc:sldMk cId="1143304746" sldId="407"/>
            <ac:cxnSpMk id="13" creationId="{424D1E99-1793-DE73-0A9E-53A701D2C728}"/>
          </ac:cxnSpMkLst>
        </pc:cxnChg>
      </pc:sldChg>
      <pc:sldChg chg="add del replId">
        <pc:chgData name="Amoz Pay" userId="S::amoz1.pay@supinfo.com::4d2f8cb2-b070-4ae8-bcd7-1f67ea500ae8" providerId="AD" clId="Web-{75D92E10-DF78-B02E-D596-07F34CE9B31F}" dt="2026-08-17T05:01:26.770" v="2261"/>
        <pc:sldMkLst>
          <pc:docMk/>
          <pc:sldMk cId="1445540860" sldId="408"/>
        </pc:sldMkLst>
      </pc:sldChg>
      <pc:sldChg chg="modSp add replId">
        <pc:chgData name="Amoz Pay" userId="S::amoz1.pay@supinfo.com::4d2f8cb2-b070-4ae8-bcd7-1f67ea500ae8" providerId="AD" clId="Web-{75D92E10-DF78-B02E-D596-07F34CE9B31F}" dt="2026-08-17T05:09:52.128" v="2504" actId="20577"/>
        <pc:sldMkLst>
          <pc:docMk/>
          <pc:sldMk cId="1766083483" sldId="408"/>
        </pc:sldMkLst>
        <pc:spChg chg="mod">
          <ac:chgData name="Amoz Pay" userId="S::amoz1.pay@supinfo.com::4d2f8cb2-b070-4ae8-bcd7-1f67ea500ae8" providerId="AD" clId="Web-{75D92E10-DF78-B02E-D596-07F34CE9B31F}" dt="2026-08-17T05:09:52.128" v="2504" actId="20577"/>
          <ac:spMkLst>
            <pc:docMk/>
            <pc:sldMk cId="1766083483" sldId="408"/>
            <ac:spMk id="2" creationId="{2003B791-568E-40BE-E23C-F28F597C39B3}"/>
          </ac:spMkLst>
        </pc:spChg>
        <pc:spChg chg="mod">
          <ac:chgData name="Amoz Pay" userId="S::amoz1.pay@supinfo.com::4d2f8cb2-b070-4ae8-bcd7-1f67ea500ae8" providerId="AD" clId="Web-{75D92E10-DF78-B02E-D596-07F34CE9B31F}" dt="2026-08-17T05:09:31.034" v="2480" actId="20577"/>
          <ac:spMkLst>
            <pc:docMk/>
            <pc:sldMk cId="1766083483" sldId="408"/>
            <ac:spMk id="19" creationId="{2210C538-4356-7139-78CA-5B700D1E4040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5:46:32.973" v="3392" actId="20577"/>
        <pc:sldMkLst>
          <pc:docMk/>
          <pc:sldMk cId="1309653980" sldId="409"/>
        </pc:sldMkLst>
        <pc:spChg chg="mod">
          <ac:chgData name="Amoz Pay" userId="S::amoz1.pay@supinfo.com::4d2f8cb2-b070-4ae8-bcd7-1f67ea500ae8" providerId="AD" clId="Web-{75D92E10-DF78-B02E-D596-07F34CE9B31F}" dt="2026-08-17T05:46:32.973" v="3392" actId="20577"/>
          <ac:spMkLst>
            <pc:docMk/>
            <pc:sldMk cId="1309653980" sldId="409"/>
            <ac:spMk id="2" creationId="{2D949684-6865-7DE1-2E84-12584CBB0722}"/>
          </ac:spMkLst>
        </pc:spChg>
        <pc:spChg chg="mod">
          <ac:chgData name="Amoz Pay" userId="S::amoz1.pay@supinfo.com::4d2f8cb2-b070-4ae8-bcd7-1f67ea500ae8" providerId="AD" clId="Web-{75D92E10-DF78-B02E-D596-07F34CE9B31F}" dt="2026-08-17T05:10:21.254" v="2513" actId="20577"/>
          <ac:spMkLst>
            <pc:docMk/>
            <pc:sldMk cId="1309653980" sldId="409"/>
            <ac:spMk id="4" creationId="{B03C8C41-A64A-8CCA-42B9-CFBE2E655700}"/>
          </ac:spMkLst>
        </pc:spChg>
        <pc:spChg chg="del">
          <ac:chgData name="Amoz Pay" userId="S::amoz1.pay@supinfo.com::4d2f8cb2-b070-4ae8-bcd7-1f67ea500ae8" providerId="AD" clId="Web-{75D92E10-DF78-B02E-D596-07F34CE9B31F}" dt="2026-08-17T05:11:28.928" v="2575"/>
          <ac:spMkLst>
            <pc:docMk/>
            <pc:sldMk cId="1309653980" sldId="409"/>
            <ac:spMk id="5" creationId="{0E2D8E7A-BAA4-7C9F-68F8-C9EF04D6184C}"/>
          </ac:spMkLst>
        </pc:spChg>
        <pc:spChg chg="del">
          <ac:chgData name="Amoz Pay" userId="S::amoz1.pay@supinfo.com::4d2f8cb2-b070-4ae8-bcd7-1f67ea500ae8" providerId="AD" clId="Web-{75D92E10-DF78-B02E-D596-07F34CE9B31F}" dt="2026-08-17T05:11:28.928" v="2574"/>
          <ac:spMkLst>
            <pc:docMk/>
            <pc:sldMk cId="1309653980" sldId="409"/>
            <ac:spMk id="7" creationId="{3FC7D7FF-73E5-2838-08E3-67E24BA85409}"/>
          </ac:spMkLst>
        </pc:spChg>
        <pc:spChg chg="del">
          <ac:chgData name="Amoz Pay" userId="S::amoz1.pay@supinfo.com::4d2f8cb2-b070-4ae8-bcd7-1f67ea500ae8" providerId="AD" clId="Web-{75D92E10-DF78-B02E-D596-07F34CE9B31F}" dt="2026-08-17T05:11:28.928" v="2573"/>
          <ac:spMkLst>
            <pc:docMk/>
            <pc:sldMk cId="1309653980" sldId="409"/>
            <ac:spMk id="9" creationId="{6B111CE2-D106-EC56-A6A8-6491EC44E3D5}"/>
          </ac:spMkLst>
        </pc:spChg>
        <pc:spChg chg="del">
          <ac:chgData name="Amoz Pay" userId="S::amoz1.pay@supinfo.com::4d2f8cb2-b070-4ae8-bcd7-1f67ea500ae8" providerId="AD" clId="Web-{75D92E10-DF78-B02E-D596-07F34CE9B31F}" dt="2026-08-17T05:11:28.928" v="2572"/>
          <ac:spMkLst>
            <pc:docMk/>
            <pc:sldMk cId="1309653980" sldId="409"/>
            <ac:spMk id="10" creationId="{B83F0ED5-E846-A804-6C80-3F17F8BEEB4C}"/>
          </ac:spMkLst>
        </pc:spChg>
        <pc:spChg chg="del">
          <ac:chgData name="Amoz Pay" userId="S::amoz1.pay@supinfo.com::4d2f8cb2-b070-4ae8-bcd7-1f67ea500ae8" providerId="AD" clId="Web-{75D92E10-DF78-B02E-D596-07F34CE9B31F}" dt="2026-08-17T05:11:28.928" v="2568"/>
          <ac:spMkLst>
            <pc:docMk/>
            <pc:sldMk cId="1309653980" sldId="409"/>
            <ac:spMk id="19" creationId="{CCAC0F38-5BFC-7384-0435-F724A88BB35C}"/>
          </ac:spMkLst>
        </pc:spChg>
        <pc:graphicFrameChg chg="add del mod">
          <ac:chgData name="Amoz Pay" userId="S::amoz1.pay@supinfo.com::4d2f8cb2-b070-4ae8-bcd7-1f67ea500ae8" providerId="AD" clId="Web-{75D92E10-DF78-B02E-D596-07F34CE9B31F}" dt="2026-08-17T05:18:13.830" v="2691"/>
          <ac:graphicFrameMkLst>
            <pc:docMk/>
            <pc:sldMk cId="1309653980" sldId="409"/>
            <ac:graphicFrameMk id="8" creationId="{1F783DF7-A2CF-53EE-854E-B66495297825}"/>
          </ac:graphicFrameMkLst>
        </pc:graphicFrameChg>
        <pc:cxnChg chg="del">
          <ac:chgData name="Amoz Pay" userId="S::amoz1.pay@supinfo.com::4d2f8cb2-b070-4ae8-bcd7-1f67ea500ae8" providerId="AD" clId="Web-{75D92E10-DF78-B02E-D596-07F34CE9B31F}" dt="2026-08-17T05:11:28.928" v="2571"/>
          <ac:cxnSpMkLst>
            <pc:docMk/>
            <pc:sldMk cId="1309653980" sldId="409"/>
            <ac:cxnSpMk id="11" creationId="{50F39DF9-0C74-BDF2-213E-E230F1D81A46}"/>
          </ac:cxnSpMkLst>
        </pc:cxnChg>
        <pc:cxnChg chg="del">
          <ac:chgData name="Amoz Pay" userId="S::amoz1.pay@supinfo.com::4d2f8cb2-b070-4ae8-bcd7-1f67ea500ae8" providerId="AD" clId="Web-{75D92E10-DF78-B02E-D596-07F34CE9B31F}" dt="2026-08-17T05:11:28.928" v="2570"/>
          <ac:cxnSpMkLst>
            <pc:docMk/>
            <pc:sldMk cId="1309653980" sldId="409"/>
            <ac:cxnSpMk id="12" creationId="{2CAE6DB6-D1FB-39AE-529B-23A941A14785}"/>
          </ac:cxnSpMkLst>
        </pc:cxnChg>
        <pc:cxnChg chg="del">
          <ac:chgData name="Amoz Pay" userId="S::amoz1.pay@supinfo.com::4d2f8cb2-b070-4ae8-bcd7-1f67ea500ae8" providerId="AD" clId="Web-{75D92E10-DF78-B02E-D596-07F34CE9B31F}" dt="2026-08-17T05:11:28.928" v="2569"/>
          <ac:cxnSpMkLst>
            <pc:docMk/>
            <pc:sldMk cId="1309653980" sldId="409"/>
            <ac:cxnSpMk id="13" creationId="{F086F2C4-4355-D6A8-5380-4EC9955F46EA}"/>
          </ac:cxnSpMkLst>
        </pc:cxnChg>
      </pc:sldChg>
      <pc:sldChg chg="addSp modSp add replId">
        <pc:chgData name="Amoz Pay" userId="S::amoz1.pay@supinfo.com::4d2f8cb2-b070-4ae8-bcd7-1f67ea500ae8" providerId="AD" clId="Web-{75D92E10-DF78-B02E-D596-07F34CE9B31F}" dt="2026-08-17T06:02:35.096" v="3953" actId="20577"/>
        <pc:sldMkLst>
          <pc:docMk/>
          <pc:sldMk cId="1884928783" sldId="410"/>
        </pc:sldMkLst>
        <pc:spChg chg="mod">
          <ac:chgData name="Amoz Pay" userId="S::amoz1.pay@supinfo.com::4d2f8cb2-b070-4ae8-bcd7-1f67ea500ae8" providerId="AD" clId="Web-{75D92E10-DF78-B02E-D596-07F34CE9B31F}" dt="2026-08-17T05:29:37.819" v="3121" actId="20577"/>
          <ac:spMkLst>
            <pc:docMk/>
            <pc:sldMk cId="1884928783" sldId="410"/>
            <ac:spMk id="2" creationId="{C788819A-D822-1896-C455-39016CE4F6FC}"/>
          </ac:spMkLst>
        </pc:spChg>
        <pc:spChg chg="add mod">
          <ac:chgData name="Amoz Pay" userId="S::amoz1.pay@supinfo.com::4d2f8cb2-b070-4ae8-bcd7-1f67ea500ae8" providerId="AD" clId="Web-{75D92E10-DF78-B02E-D596-07F34CE9B31F}" dt="2026-08-17T05:26:23.704" v="3048" actId="20577"/>
          <ac:spMkLst>
            <pc:docMk/>
            <pc:sldMk cId="1884928783" sldId="410"/>
            <ac:spMk id="6" creationId="{62CB5752-1A55-0E5F-93D9-6528F7403141}"/>
          </ac:spMkLst>
        </pc:spChg>
        <pc:spChg chg="add mod">
          <ac:chgData name="Amoz Pay" userId="S::amoz1.pay@supinfo.com::4d2f8cb2-b070-4ae8-bcd7-1f67ea500ae8" providerId="AD" clId="Web-{75D92E10-DF78-B02E-D596-07F34CE9B31F}" dt="2026-08-17T05:38:27.099" v="3359" actId="20577"/>
          <ac:spMkLst>
            <pc:docMk/>
            <pc:sldMk cId="1884928783" sldId="410"/>
            <ac:spMk id="8" creationId="{C476DF9A-4082-CF2B-3CA1-16A8A22BC949}"/>
          </ac:spMkLst>
        </pc:spChg>
        <pc:spChg chg="add mod">
          <ac:chgData name="Amoz Pay" userId="S::amoz1.pay@supinfo.com::4d2f8cb2-b070-4ae8-bcd7-1f67ea500ae8" providerId="AD" clId="Web-{75D92E10-DF78-B02E-D596-07F34CE9B31F}" dt="2026-08-17T06:02:35.096" v="3953" actId="20577"/>
          <ac:spMkLst>
            <pc:docMk/>
            <pc:sldMk cId="1884928783" sldId="410"/>
            <ac:spMk id="9" creationId="{687D7346-BD8A-96D7-B3C3-03E0D7745B2D}"/>
          </ac:spMkLst>
        </pc:spChg>
      </pc:sldChg>
      <pc:sldChg chg="delSp modSp add replId">
        <pc:chgData name="Amoz Pay" userId="S::amoz1.pay@supinfo.com::4d2f8cb2-b070-4ae8-bcd7-1f67ea500ae8" providerId="AD" clId="Web-{75D92E10-DF78-B02E-D596-07F34CE9B31F}" dt="2026-08-17T05:47:28.490" v="3460" actId="20577"/>
        <pc:sldMkLst>
          <pc:docMk/>
          <pc:sldMk cId="1896287608" sldId="411"/>
        </pc:sldMkLst>
        <pc:spChg chg="mod">
          <ac:chgData name="Amoz Pay" userId="S::amoz1.pay@supinfo.com::4d2f8cb2-b070-4ae8-bcd7-1f67ea500ae8" providerId="AD" clId="Web-{75D92E10-DF78-B02E-D596-07F34CE9B31F}" dt="2026-08-17T05:47:28.490" v="3460" actId="20577"/>
          <ac:spMkLst>
            <pc:docMk/>
            <pc:sldMk cId="1896287608" sldId="411"/>
            <ac:spMk id="2" creationId="{EEEE4D20-D59B-F5FF-04CD-F27A8A37E205}"/>
          </ac:spMkLst>
        </pc:spChg>
        <pc:spChg chg="mod">
          <ac:chgData name="Amoz Pay" userId="S::amoz1.pay@supinfo.com::4d2f8cb2-b070-4ae8-bcd7-1f67ea500ae8" providerId="AD" clId="Web-{75D92E10-DF78-B02E-D596-07F34CE9B31F}" dt="2026-08-17T05:32:24.042" v="3258" actId="20577"/>
          <ac:spMkLst>
            <pc:docMk/>
            <pc:sldMk cId="1896287608" sldId="411"/>
            <ac:spMk id="4" creationId="{AFA31E4A-D65F-7C91-0A5B-8B2E0451E667}"/>
          </ac:spMkLst>
        </pc:spChg>
        <pc:spChg chg="del">
          <ac:chgData name="Amoz Pay" userId="S::amoz1.pay@supinfo.com::4d2f8cb2-b070-4ae8-bcd7-1f67ea500ae8" providerId="AD" clId="Web-{75D92E10-DF78-B02E-D596-07F34CE9B31F}" dt="2026-08-17T05:31:17.525" v="3193"/>
          <ac:spMkLst>
            <pc:docMk/>
            <pc:sldMk cId="1896287608" sldId="411"/>
            <ac:spMk id="6" creationId="{1F1E7F62-7BE2-405D-7E80-595484B3B41B}"/>
          </ac:spMkLst>
        </pc:spChg>
        <pc:spChg chg="del">
          <ac:chgData name="Amoz Pay" userId="S::amoz1.pay@supinfo.com::4d2f8cb2-b070-4ae8-bcd7-1f67ea500ae8" providerId="AD" clId="Web-{75D92E10-DF78-B02E-D596-07F34CE9B31F}" dt="2026-08-17T05:31:17.962" v="3194"/>
          <ac:spMkLst>
            <pc:docMk/>
            <pc:sldMk cId="1896287608" sldId="411"/>
            <ac:spMk id="8" creationId="{22619595-DA3D-4350-DAC0-B50BED5420A8}"/>
          </ac:spMkLst>
        </pc:spChg>
        <pc:spChg chg="del">
          <ac:chgData name="Amoz Pay" userId="S::amoz1.pay@supinfo.com::4d2f8cb2-b070-4ae8-bcd7-1f67ea500ae8" providerId="AD" clId="Web-{75D92E10-DF78-B02E-D596-07F34CE9B31F}" dt="2026-08-17T05:31:18.962" v="3195"/>
          <ac:spMkLst>
            <pc:docMk/>
            <pc:sldMk cId="1896287608" sldId="411"/>
            <ac:spMk id="9" creationId="{3865CBDD-854F-C3A3-470F-FAFB9EE4EFB5}"/>
          </ac:spMkLst>
        </pc:spChg>
      </pc:sldChg>
      <pc:sldChg chg="addSp delSp modSp add replId">
        <pc:chgData name="Amoz Pay" userId="S::amoz1.pay@supinfo.com::4d2f8cb2-b070-4ae8-bcd7-1f67ea500ae8" providerId="AD" clId="Web-{75D92E10-DF78-B02E-D596-07F34CE9B31F}" dt="2026-08-17T06:08:18.310" v="4136" actId="20577"/>
        <pc:sldMkLst>
          <pc:docMk/>
          <pc:sldMk cId="1708232519" sldId="412"/>
        </pc:sldMkLst>
        <pc:spChg chg="mod">
          <ac:chgData name="Amoz Pay" userId="S::amoz1.pay@supinfo.com::4d2f8cb2-b070-4ae8-bcd7-1f67ea500ae8" providerId="AD" clId="Web-{75D92E10-DF78-B02E-D596-07F34CE9B31F}" dt="2026-08-17T06:08:18.310" v="4136" actId="20577"/>
          <ac:spMkLst>
            <pc:docMk/>
            <pc:sldMk cId="1708232519" sldId="412"/>
            <ac:spMk id="2" creationId="{C20A3725-9DB8-72D3-7024-E035EB0EEB1A}"/>
          </ac:spMkLst>
        </pc:spChg>
        <pc:spChg chg="mod">
          <ac:chgData name="Amoz Pay" userId="S::amoz1.pay@supinfo.com::4d2f8cb2-b070-4ae8-bcd7-1f67ea500ae8" providerId="AD" clId="Web-{75D92E10-DF78-B02E-D596-07F34CE9B31F}" dt="2026-08-17T05:47:43.928" v="3495" actId="20577"/>
          <ac:spMkLst>
            <pc:docMk/>
            <pc:sldMk cId="1708232519" sldId="412"/>
            <ac:spMk id="4" creationId="{B40AC9B6-8895-F60C-D4FE-394787FE4DE4}"/>
          </ac:spMkLst>
        </pc:spChg>
        <pc:spChg chg="add del mod">
          <ac:chgData name="Amoz Pay" userId="S::amoz1.pay@supinfo.com::4d2f8cb2-b070-4ae8-bcd7-1f67ea500ae8" providerId="AD" clId="Web-{75D92E10-DF78-B02E-D596-07F34CE9B31F}" dt="2026-08-17T05:49:41.573" v="3617"/>
          <ac:spMkLst>
            <pc:docMk/>
            <pc:sldMk cId="1708232519" sldId="412"/>
            <ac:spMk id="5" creationId="{F3FB4108-2C24-6E62-72BD-184267A0D5BE}"/>
          </ac:spMkLst>
        </pc:spChg>
        <pc:spChg chg="add mod">
          <ac:chgData name="Amoz Pay" userId="S::amoz1.pay@supinfo.com::4d2f8cb2-b070-4ae8-bcd7-1f67ea500ae8" providerId="AD" clId="Web-{75D92E10-DF78-B02E-D596-07F34CE9B31F}" dt="2026-08-17T06:07:56.700" v="4131" actId="20577"/>
          <ac:spMkLst>
            <pc:docMk/>
            <pc:sldMk cId="1708232519" sldId="412"/>
            <ac:spMk id="7" creationId="{6D8E1E62-72B1-8AF7-9DD6-B901AE930782}"/>
          </ac:spMkLst>
        </pc:spChg>
      </pc:sldChg>
      <pc:sldChg chg="add del">
        <pc:chgData name="Amoz Pay" userId="S::amoz1.pay@supinfo.com::4d2f8cb2-b070-4ae8-bcd7-1f67ea500ae8" providerId="AD" clId="Web-{75D92E10-DF78-B02E-D596-07F34CE9B31F}" dt="2026-08-17T05:49:48.760" v="3619"/>
        <pc:sldMkLst>
          <pc:docMk/>
          <pc:sldMk cId="2929985479" sldId="413"/>
        </pc:sldMkLst>
      </pc:sldChg>
      <pc:sldChg chg="modSp add ord replId">
        <pc:chgData name="Amoz Pay" userId="S::amoz1.pay@supinfo.com::4d2f8cb2-b070-4ae8-bcd7-1f67ea500ae8" providerId="AD" clId="Web-{75D92E10-DF78-B02E-D596-07F34CE9B31F}" dt="2026-08-17T05:56:39.132" v="3772"/>
        <pc:sldMkLst>
          <pc:docMk/>
          <pc:sldMk cId="3271251910" sldId="413"/>
        </pc:sldMkLst>
        <pc:spChg chg="mod">
          <ac:chgData name="Amoz Pay" userId="S::amoz1.pay@supinfo.com::4d2f8cb2-b070-4ae8-bcd7-1f67ea500ae8" providerId="AD" clId="Web-{75D92E10-DF78-B02E-D596-07F34CE9B31F}" dt="2026-08-17T05:55:05.832" v="3754" actId="20577"/>
          <ac:spMkLst>
            <pc:docMk/>
            <pc:sldMk cId="3271251910" sldId="413"/>
            <ac:spMk id="2" creationId="{67495F3B-82DB-0D36-41BC-EBB53EE60916}"/>
          </ac:spMkLst>
        </pc:spChg>
        <pc:spChg chg="mod">
          <ac:chgData name="Amoz Pay" userId="S::amoz1.pay@supinfo.com::4d2f8cb2-b070-4ae8-bcd7-1f67ea500ae8" providerId="AD" clId="Web-{75D92E10-DF78-B02E-D596-07F34CE9B31F}" dt="2026-08-17T05:56:09.772" v="3771" actId="20577"/>
          <ac:spMkLst>
            <pc:docMk/>
            <pc:sldMk cId="3271251910" sldId="413"/>
            <ac:spMk id="7" creationId="{60A84901-F758-7C2A-A4BC-CA13E6B33673}"/>
          </ac:spMkLst>
        </pc:spChg>
      </pc:sldChg>
      <pc:sldChg chg="modSp add del replId">
        <pc:chgData name="Amoz Pay" userId="S::amoz1.pay@supinfo.com::4d2f8cb2-b070-4ae8-bcd7-1f67ea500ae8" providerId="AD" clId="Web-{75D92E10-DF78-B02E-D596-07F34CE9B31F}" dt="2026-08-17T06:08:05.403" v="4134"/>
        <pc:sldMkLst>
          <pc:docMk/>
          <pc:sldMk cId="62887285" sldId="414"/>
        </pc:sldMkLst>
        <pc:spChg chg="mod">
          <ac:chgData name="Amoz Pay" userId="S::amoz1.pay@supinfo.com::4d2f8cb2-b070-4ae8-bcd7-1f67ea500ae8" providerId="AD" clId="Web-{75D92E10-DF78-B02E-D596-07F34CE9B31F}" dt="2026-08-17T06:04:54.366" v="4049" actId="20577"/>
          <ac:spMkLst>
            <pc:docMk/>
            <pc:sldMk cId="62887285" sldId="414"/>
            <ac:spMk id="2" creationId="{BE7B681A-93FE-48F4-A9B8-DC90A31657B5}"/>
          </ac:spMkLst>
        </pc:spChg>
      </pc:sldChg>
      <pc:sldChg chg="delSp modSp add replId">
        <pc:chgData name="Amoz Pay" userId="S::amoz1.pay@supinfo.com::4d2f8cb2-b070-4ae8-bcd7-1f67ea500ae8" providerId="AD" clId="Web-{75D92E10-DF78-B02E-D596-07F34CE9B31F}" dt="2026-08-17T06:11:09.299" v="4397" actId="20577"/>
        <pc:sldMkLst>
          <pc:docMk/>
          <pc:sldMk cId="3092352658" sldId="414"/>
        </pc:sldMkLst>
        <pc:spChg chg="mod">
          <ac:chgData name="Amoz Pay" userId="S::amoz1.pay@supinfo.com::4d2f8cb2-b070-4ae8-bcd7-1f67ea500ae8" providerId="AD" clId="Web-{75D92E10-DF78-B02E-D596-07F34CE9B31F}" dt="2026-08-17T06:11:09.299" v="4397" actId="20577"/>
          <ac:spMkLst>
            <pc:docMk/>
            <pc:sldMk cId="3092352658" sldId="414"/>
            <ac:spMk id="2" creationId="{AE750FA7-D2F0-0D68-ADF4-04CD5ECD78DF}"/>
          </ac:spMkLst>
        </pc:spChg>
        <pc:spChg chg="del">
          <ac:chgData name="Amoz Pay" userId="S::amoz1.pay@supinfo.com::4d2f8cb2-b070-4ae8-bcd7-1f67ea500ae8" providerId="AD" clId="Web-{75D92E10-DF78-B02E-D596-07F34CE9B31F}" dt="2026-08-17T06:08:35.638" v="4138"/>
          <ac:spMkLst>
            <pc:docMk/>
            <pc:sldMk cId="3092352658" sldId="414"/>
            <ac:spMk id="7" creationId="{205E911B-7D3E-D6C0-F1A6-7EA86C1CE8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ecture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Lecture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Course Name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7D63E0-5705-23E4-9223-C7EC73F93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 descr="Menu avec un remplissage uni">
            <a:extLst>
              <a:ext uri="{FF2B5EF4-FFF2-40B4-BE49-F238E27FC236}">
                <a16:creationId xmlns:a16="http://schemas.microsoft.com/office/drawing/2014/main" id="{6A612DC0-9BAA-7241-FF6D-0BB72E89A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3A07EE0-044C-8744-BB44-5D91F7B730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96327"/>
            <a:ext cx="10688150" cy="914400"/>
          </a:xfrm>
        </p:spPr>
        <p:txBody>
          <a:bodyPr>
            <a:normAutofit/>
          </a:bodyPr>
          <a:lstStyle>
            <a:lvl1pPr>
              <a:defRPr lang="fr-FR" sz="3200" i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smtClean="0"/>
            </a:lvl2pPr>
            <a:lvl3pPr>
              <a:defRPr lang="fr-FR" sz="1800" smtClean="0"/>
            </a:lvl3pPr>
            <a:lvl4pPr>
              <a:defRPr lang="fr-FR" smtClean="0"/>
            </a:lvl4pPr>
            <a:lvl5pPr>
              <a:defRPr lang="en-US"/>
            </a:lvl5pPr>
          </a:lstStyle>
          <a:p>
            <a:pPr marL="0" lvl="0" algn="ctr">
              <a:spcBef>
                <a:spcPct val="0"/>
              </a:spcBef>
              <a:buNone/>
            </a:pPr>
            <a:r>
              <a:rPr lang="en-US" noProof="0"/>
              <a:t>Summary</a:t>
            </a:r>
          </a:p>
        </p:txBody>
      </p:sp>
      <p:sp>
        <p:nvSpPr>
          <p:cNvPr id="3" name="Espace réservé du texte 18">
            <a:extLst>
              <a:ext uri="{FF2B5EF4-FFF2-40B4-BE49-F238E27FC236}">
                <a16:creationId xmlns:a16="http://schemas.microsoft.com/office/drawing/2014/main" id="{7023B183-7C64-4236-1FC6-B1766351D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550" y="2559496"/>
            <a:ext cx="10688150" cy="3560504"/>
          </a:xfrm>
        </p:spPr>
        <p:txBody>
          <a:bodyPr>
            <a:normAutofit/>
          </a:bodyPr>
          <a:lstStyle>
            <a:lvl1pPr>
              <a:defRPr lang="fr-FR" sz="36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1</a:t>
            </a:r>
          </a:p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31044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D91D57AC-C4F7-1020-1370-E36014B9C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1786740"/>
            <a:ext cx="10515600" cy="2851200"/>
          </a:xfrm>
        </p:spPr>
        <p:txBody>
          <a:bodyPr anchor="b" anchorCtr="0">
            <a:normAutofit lnSpcReduction="10000"/>
          </a:bodyPr>
          <a:lstStyle>
            <a:lvl1pPr marL="0" indent="0">
              <a:buNone/>
              <a:defRPr lang="fr-FR" sz="54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2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914400" lvl="0" indent="-914400">
              <a:spcBef>
                <a:spcPct val="0"/>
              </a:spcBef>
              <a:buAutoNum type="arabicPeriod"/>
            </a:pPr>
            <a:r>
              <a:rPr lang="en-US" noProof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2340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10515600" cy="40002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title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6660FFC0-CE37-D2DA-C64C-88282943FA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1CBCEF23-0CBA-1770-DAC7-928349B3A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722D75D0-2F96-A6F3-E7ED-20E4539A0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9749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6669"/>
            <a:ext cx="5181600" cy="40002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76667"/>
            <a:ext cx="5181600" cy="40002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A92302A2-2F30-4395-7531-E36188D0A2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1CCD0D53-B6A8-F19A-90D8-BB615B020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5" name="Espace réservé du texte 18">
            <a:extLst>
              <a:ext uri="{FF2B5EF4-FFF2-40B4-BE49-F238E27FC236}">
                <a16:creationId xmlns:a16="http://schemas.microsoft.com/office/drawing/2014/main" id="{39628C7C-5050-F3BB-3DD1-A7C9629DC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BFB9A735-A638-52B7-D68B-A96CEE779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30ABB380-A5C2-B98F-AC5D-2B66EA3EA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DE53F5EF-F998-643E-58EE-4D0B72403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5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4DADE6D4-7698-3109-FF0C-06AFA9253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883713E-0541-3F47-5D6E-AABDC8097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443CAD83-08A3-0CB5-024F-6E35269D4F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48654FAC-FB51-D6A3-15F4-55E511891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BF717CA-66DC-4F9D-EF66-78234DA00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CF70D262-D2E9-6E44-0495-7CB03B090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7BE82C85-17CC-0E50-E758-016117F16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questions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E45B96DF-B607-C4E4-32F8-E7B91E0BF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F0EC84A3-D4F4-6086-F100-01857927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65126"/>
            <a:ext cx="10515599" cy="579092"/>
          </a:xfrm>
        </p:spPr>
        <p:txBody>
          <a:bodyPr>
            <a:norm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1.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9705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end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 descr="Drapeau de course avec un remplissage uni">
            <a:extLst>
              <a:ext uri="{FF2B5EF4-FFF2-40B4-BE49-F238E27FC236}">
                <a16:creationId xmlns:a16="http://schemas.microsoft.com/office/drawing/2014/main" id="{C39BBF25-8381-335A-6308-3AFEB15FA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66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laxy.ansible.com/ui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alaxy.ansible.com/ui/repo/published/cloud/terraform/content/inventory/terraform_state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terraform.io/providers/ansible/ansible/latest/docs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C06DC-4D1A-B2CB-5A63-A1C912BA9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Ansible Integr</a:t>
            </a:r>
            <a:r>
              <a:rPr lang="en-US">
                <a:ea typeface="Calibri Light"/>
                <a:cs typeface="Calibri Light"/>
              </a:rPr>
              <a:t>ation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F19D57-529B-F55E-AEFA-DE3148EB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5HASH – Infrastructure as Code (</a:t>
            </a:r>
            <a:r>
              <a:rPr lang="en-US" err="1"/>
              <a:t>IaC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937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B1BAA0-5E36-154D-61E1-4BDD524F7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3DD7B0-B0A8-8FDB-52AB-3930D01F1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742950" indent="-742950">
              <a:buAutoNum type="arabicPeriod"/>
            </a:pPr>
            <a:endParaRPr lang="en-US" dirty="0">
              <a:ea typeface="Calibri Light"/>
              <a:cs typeface="Calibri Light"/>
            </a:endParaRP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Secure Automation with Ansible Vault</a:t>
            </a:r>
            <a:endParaRPr lang="en-US"/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Reusable Automation with Ansible Galaxy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Integrating with Terraform</a:t>
            </a:r>
          </a:p>
          <a:p>
            <a:pPr marL="0" indent="0">
              <a:buNone/>
            </a:pPr>
            <a:endParaRPr lang="en-US">
              <a:ea typeface="Calibri Light"/>
              <a:cs typeface="Calibri Light"/>
            </a:endParaRPr>
          </a:p>
          <a:p>
            <a:pPr marL="742950" indent="-742950">
              <a:buFont typeface="Calibri Light" panose="020F0302020204030204"/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2909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B00CD53-20D5-44F6-55E0-0892C820D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/>
              <a:t>Ansible Vault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9248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4A7B-983B-3390-9378-CD64F84C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B3D7058-D532-043D-C90D-A05B81BA8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59089" cy="352509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playbooks often need access to sensitive information: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Database passwords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API tokens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Private keys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Service credentials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TLS private keys</a:t>
            </a:r>
            <a:endParaRPr lang="en-US"/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This creates a problem when the project is stored in version control.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1A2A64-4329-00F7-FFD5-2CD67DCD99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</a:t>
            </a:r>
            <a:r>
              <a:rPr lang="en-US">
                <a:solidFill>
                  <a:srgbClr val="000000"/>
                </a:solidFill>
              </a:rPr>
              <a:t>Ansible Vault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619B5D-F780-7997-A601-81361028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Protecting Secrets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941C8F-A9C3-A0C6-512B-4D003D20E612}"/>
              </a:ext>
            </a:extLst>
          </p:cNvPr>
          <p:cNvSpPr txBox="1"/>
          <p:nvPr/>
        </p:nvSpPr>
        <p:spPr>
          <a:xfrm>
            <a:off x="6715433" y="3304169"/>
            <a:ext cx="4349262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db_user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>
              <a:ea typeface="+mn-lt"/>
              <a:cs typeface="+mn-lt"/>
            </a:endParaRPr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super-secret-password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153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397BE-0201-29A9-9D9E-DEFAF56B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C4CC66A-9B84-CECC-B737-4AD7BFBD2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Vault provides encryption for sensitive Ansible data.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It allows encrypted data to remain </a:t>
            </a:r>
            <a:r>
              <a:rPr lang="en-US">
                <a:ea typeface="+mn-lt"/>
                <a:cs typeface="+mn-lt"/>
              </a:rPr>
              <a:t>alongside the rest of the project.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Vault encrypts the contents of your secret variables files so that they are not stored in plain text. It uses AES256 encryption, a quantum </a:t>
            </a:r>
            <a:r>
              <a:rPr lang="en-US">
                <a:ea typeface="+mn-lt"/>
                <a:cs typeface="+mn-lt"/>
              </a:rPr>
              <a:t>safe encryption algorithm.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0A8933-0E00-0153-B232-25E5DADDE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C8B113-1AF6-086F-147A-2EFE06B9F3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Ansible Vault 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7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67E1-C748-1691-1C44-2714D02A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FB166C-DC81-2664-3065-30371ED80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Create an encrypted file with: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Ansible prompts for a Vault password and opens an editor.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 file can contain normal YAML: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But the file itself is stored encrypted.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 password is </a:t>
            </a:r>
            <a:r>
              <a:rPr lang="en-US" b="1">
                <a:ea typeface="+mn-lt"/>
                <a:cs typeface="+mn-lt"/>
              </a:rPr>
              <a:t>not stored in the file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8670A5-4E0A-047E-D5A7-CE6567F33C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07F062-7322-BE0D-2532-59B6592061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Creating a Vault File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FF76778-4FB9-3C0C-732C-A585D301950A}"/>
              </a:ext>
            </a:extLst>
          </p:cNvPr>
          <p:cNvSpPr txBox="1"/>
          <p:nvPr/>
        </p:nvSpPr>
        <p:spPr>
          <a:xfrm>
            <a:off x="980380" y="2522117"/>
            <a:ext cx="4349262" cy="369332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ansible-vault create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secrets.yml</a:t>
            </a:r>
            <a:endParaRPr lang="en-US" dirty="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8DAB3-F162-A5F7-106B-3CB9B9E2ADD8}"/>
              </a:ext>
            </a:extLst>
          </p:cNvPr>
          <p:cNvSpPr txBox="1"/>
          <p:nvPr/>
        </p:nvSpPr>
        <p:spPr>
          <a:xfrm>
            <a:off x="980380" y="3765379"/>
            <a:ext cx="7808340" cy="923330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db_user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super-secret-password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api_token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my-secret-token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41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B300-A400-AC57-8D05-D1790399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525C82F-F621-2A0A-9FCE-C8F4D24C5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47966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Vault provides commands for managing encrypted files.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latin typeface="Consolas"/>
                <a:ea typeface="+mn-lt"/>
                <a:cs typeface="+mn-lt"/>
              </a:rPr>
              <a:t>edit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>
                <a:latin typeface="Consolas"/>
                <a:ea typeface="+mn-lt"/>
                <a:cs typeface="+mn-lt"/>
              </a:rPr>
              <a:t>view</a:t>
            </a:r>
            <a:r>
              <a:rPr lang="en-US">
                <a:ea typeface="+mn-lt"/>
                <a:cs typeface="+mn-lt"/>
              </a:rPr>
              <a:t> allow you to work with the decrypted content without leaving the file permanently decrypted on disk.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83499C-C99E-1255-56DB-299838DBC9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9BA7B2-A9C3-EA74-3D6E-8DC1FE50C8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Managing Vault Files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6D56B71-CA04-F045-61FA-E2B2CAAE2EC6}"/>
              </a:ext>
            </a:extLst>
          </p:cNvPr>
          <p:cNvSpPr txBox="1"/>
          <p:nvPr/>
        </p:nvSpPr>
        <p:spPr>
          <a:xfrm>
            <a:off x="7126512" y="2060906"/>
            <a:ext cx="4349262" cy="369331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ansible-vault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create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secrets.yml</a:t>
            </a:r>
            <a:endParaRPr lang="en-US">
              <a:ea typeface="Calibri"/>
              <a:cs typeface="Calibri"/>
            </a:endParaRPr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ansible-vault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edit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secrets.yml</a:t>
            </a:r>
            <a:endParaRPr lang="en-US">
              <a:ea typeface="Calibri"/>
              <a:cs typeface="Calibri"/>
            </a:endParaRPr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ansible-vault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view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secrets.yml</a:t>
            </a:r>
            <a:endParaRPr lang="en-US">
              <a:ea typeface="Calibri"/>
              <a:cs typeface="Calibri"/>
            </a:endParaRPr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ansible-vault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encrypt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secrets.yml</a:t>
            </a:r>
            <a:endParaRPr lang="en-US">
              <a:ea typeface="Calibri"/>
              <a:cs typeface="Calibri"/>
            </a:endParaRPr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ansible-vault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decrypt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secrets.yml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554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B8E0-5C9B-7D1E-A122-D71F2595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3440030-CC59-D2C5-67CB-7D41B54C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47966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Vault file is still just a YAML variable file once Ansible decrypts it.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You can use it as usual in your tasks </a:t>
            </a:r>
            <a:r>
              <a:rPr lang="en-US">
                <a:ea typeface="+mn-lt"/>
                <a:cs typeface="+mn-lt"/>
              </a:rPr>
              <a:t>and templates.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B28495-BC7B-05CB-023B-38D52E6E44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89148B-6373-1911-34A1-703C6B3C0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Using Vault variables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0DF0D3B-17A5-8732-5056-B338AC436E95}"/>
              </a:ext>
            </a:extLst>
          </p:cNvPr>
          <p:cNvSpPr txBox="1"/>
          <p:nvPr/>
        </p:nvSpPr>
        <p:spPr>
          <a:xfrm>
            <a:off x="7126512" y="2060906"/>
            <a:ext cx="4640025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secrets.yml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db_user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super-secret-password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roles/database/tasks/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main.yml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Configure database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ansible.builtin.template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src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database.conf.j2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dest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database.conf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# roles/database/templates/database.conf.j2</a:t>
            </a:r>
            <a:endParaRPr lang="en-US"/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username = {{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db_user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}}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password = {{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}}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0410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2012-48CB-232A-1456-94BE1466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2C4F53F-7F2E-A9D5-A1A7-0B8E6A3D8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479668" cy="352509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needs access to the Vault password when encrypted data must be decrypted.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Ansible will prompt for the password. The password is then used to decrypt the required data during execution.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 Vault password itself should </a:t>
            </a:r>
            <a:r>
              <a:rPr lang="en-US" b="1">
                <a:ea typeface="+mn-lt"/>
                <a:cs typeface="+mn-lt"/>
              </a:rPr>
              <a:t>not</a:t>
            </a:r>
            <a:r>
              <a:rPr lang="en-US">
                <a:ea typeface="+mn-lt"/>
                <a:cs typeface="+mn-lt"/>
              </a:rPr>
              <a:t> be stored in the repository.</a:t>
            </a:r>
            <a:endParaRPr lang="en-US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8A9640-2BCA-954E-59A7-12EC3674F9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EF96FF-340F-61B4-3FA1-10262E37CD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Runing a playbook with vault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E92BD91-6275-65DA-F94B-810B41D48688}"/>
              </a:ext>
            </a:extLst>
          </p:cNvPr>
          <p:cNvSpPr txBox="1"/>
          <p:nvPr/>
        </p:nvSpPr>
        <p:spPr>
          <a:xfrm>
            <a:off x="6314381" y="3023432"/>
            <a:ext cx="5592524" cy="923330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ansible-playbook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site.yml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--ask-vault-pass</a:t>
            </a:r>
            <a:endParaRPr lang="en-US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  </a:t>
            </a:r>
            <a:r>
              <a:rPr lang="en-US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Vault password:</a:t>
            </a:r>
            <a:endParaRPr lang="en-US" dirty="0">
              <a:solidFill>
                <a:schemeClr val="bg1"/>
              </a:solidFill>
              <a:latin typeface="Calibri" panose="020F0502020204030204"/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646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49C9-A44C-AD11-072A-31C9FAD4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AC6C34F-11ED-F3C3-B2A0-CBB94DC5D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47966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Vault password can also be </a:t>
            </a:r>
            <a:r>
              <a:rPr lang="en-US">
                <a:ea typeface="+mn-lt"/>
                <a:cs typeface="+mn-lt"/>
              </a:rPr>
              <a:t>supplied through a password file.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This is useful for automated execution and avoiding interactive prompts, but the password file itself is sensitive. It must be kept </a:t>
            </a:r>
            <a:r>
              <a:rPr lang="en-US">
                <a:ea typeface="+mn-lt"/>
                <a:cs typeface="+mn-lt"/>
              </a:rPr>
              <a:t>outside of version control.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F971C4-5112-F66A-EA67-47AB4C34EB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1664FA-1586-6A58-69D0-6B53C26A58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Vault </a:t>
            </a:r>
            <a:r>
              <a:rPr lang="en-US" err="1">
                <a:ea typeface="+mn-lt"/>
                <a:cs typeface="+mn-lt"/>
              </a:rPr>
              <a:t>Passwor</a:t>
            </a:r>
            <a:r>
              <a:rPr lang="en-US">
                <a:ea typeface="+mn-lt"/>
                <a:cs typeface="+mn-lt"/>
              </a:rPr>
              <a:t>d files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CA22B51-4B57-D9D2-17B3-1304C7F57B3A}"/>
              </a:ext>
            </a:extLst>
          </p:cNvPr>
          <p:cNvSpPr txBox="1"/>
          <p:nvPr/>
        </p:nvSpPr>
        <p:spPr>
          <a:xfrm>
            <a:off x="6314382" y="2692564"/>
            <a:ext cx="5472208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ansible-playbook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site.yml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\</a:t>
            </a:r>
            <a:endParaRPr lang="en-US" dirty="0">
              <a:solidFill>
                <a:schemeClr val="bg1"/>
              </a:solidFill>
              <a:latin typeface="Consolas"/>
            </a:endParaRPr>
          </a:p>
          <a:p>
            <a:r>
              <a:rPr lang="en-US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 --vault-password-file vault-password.txt</a:t>
            </a:r>
            <a:endParaRPr lang="en-US">
              <a:solidFill>
                <a:schemeClr val="bg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196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471F-C3B2-3FFA-4C42-3D66CCC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2087311-A260-0ABE-B4E4-75FCAD610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6121352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You don't always need to encrypt an entire variable file.</a:t>
            </a: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ansible-vault </a:t>
            </a:r>
            <a:r>
              <a:rPr lang="en-US" dirty="0" err="1">
                <a:latin typeface="Consolas"/>
                <a:ea typeface="+mn-lt"/>
                <a:cs typeface="+mn-lt"/>
              </a:rPr>
              <a:t>encrypt_string</a:t>
            </a:r>
            <a:r>
              <a:rPr lang="en-US" dirty="0">
                <a:ea typeface="+mn-lt"/>
                <a:cs typeface="+mn-lt"/>
              </a:rPr>
              <a:t> can encrypt a single value.</a:t>
            </a:r>
            <a:endParaRPr lang="en-US" dirty="0"/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Ansible prompts for a password and then returns an encrypted </a:t>
            </a:r>
            <a:r>
              <a:rPr lang="en-US" dirty="0" err="1">
                <a:ea typeface="Calibri"/>
                <a:cs typeface="Calibri"/>
              </a:rPr>
              <a:t>yaml</a:t>
            </a:r>
            <a:r>
              <a:rPr lang="en-US" dirty="0">
                <a:ea typeface="Calibri"/>
                <a:cs typeface="Calibri"/>
              </a:rPr>
              <a:t> value that can be placed in a file.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C957C2-8798-7F3B-EEFB-ED3A8CE4EC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559FDB-4A3E-BDA1-A6A5-1E6E6005ED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Encrypting Individual Values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DD99C8F-7469-5C6D-04E7-53CE89EBCFF1}"/>
              </a:ext>
            </a:extLst>
          </p:cNvPr>
          <p:cNvSpPr txBox="1"/>
          <p:nvPr/>
        </p:nvSpPr>
        <p:spPr>
          <a:xfrm>
            <a:off x="7076382" y="2782801"/>
            <a:ext cx="4399393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ansible-playbook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encrypt_string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\</a:t>
            </a:r>
          </a:p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 --name '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my_var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'</a:t>
            </a:r>
            <a:endParaRPr lang="en-US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390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3789-9315-81AC-62B4-02E2694C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EB219-8BEF-AF31-3C6C-0FEBD51D5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99458" cy="3525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Vault protects secrets </a:t>
            </a:r>
            <a:r>
              <a:rPr lang="en-US" b="1">
                <a:ea typeface="+mn-lt"/>
                <a:cs typeface="+mn-lt"/>
              </a:rPr>
              <a:t>while they are stored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Once Ansible decrypts a secret and passes it to a task, it can potentially appear in: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arguments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Command output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Debug output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Logs</a:t>
            </a:r>
            <a:endParaRPr lang="en-US"/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The secret may be exposed in Ansible output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B28E18-8A95-68B8-F7A9-1BC1306610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F5C818-99C8-F686-182A-1BA09DEFFC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Protecting sensitive logs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0A8A7B5-D043-9FAC-2C65-9FE7A3B4E48B}"/>
              </a:ext>
            </a:extLst>
          </p:cNvPr>
          <p:cNvSpPr txBox="1"/>
          <p:nvPr/>
        </p:nvSpPr>
        <p:spPr>
          <a:xfrm>
            <a:off x="7076382" y="2782801"/>
            <a:ext cx="4850577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database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"create-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db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--password {{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}}" 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7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804B-9F22-4AF6-C88F-030736FF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3958832-E376-FF3F-8F89-F6372F450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9945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When a task handles sensitive information, use </a:t>
            </a:r>
            <a:r>
              <a:rPr lang="en-US" dirty="0" err="1">
                <a:ea typeface="+mn-lt"/>
                <a:cs typeface="+mn-lt"/>
              </a:rPr>
              <a:t>no_log</a:t>
            </a:r>
            <a:r>
              <a:rPr lang="en-US" dirty="0">
                <a:ea typeface="+mn-lt"/>
                <a:cs typeface="+mn-lt"/>
              </a:rPr>
              <a:t> to make sure no sensitive data is displayed in Ansible output</a:t>
            </a:r>
            <a:endParaRPr lang="en-US" dirty="0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C38DE1-7755-30A6-F397-C7FFABA5E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986928-6A61-56D7-5C0D-5FB8B8EFCD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Protecting sensitive logs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7C14617-10E3-691E-22DC-60C2B8582329}"/>
              </a:ext>
            </a:extLst>
          </p:cNvPr>
          <p:cNvSpPr txBox="1"/>
          <p:nvPr/>
        </p:nvSpPr>
        <p:spPr>
          <a:xfrm>
            <a:off x="7076382" y="2782801"/>
            <a:ext cx="4880656" cy="147732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database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"create-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db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--password {{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db_password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}}"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no_log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true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695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5180-563C-0BEC-EACA-9D66445EE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34D41D9-92F0-E45D-5806-96CD47FA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9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Ansible Vault is not a general-purpose secrets management system. Its primary role is to encrypt sensitive Ansible data so it can be stored and transported more </a:t>
            </a:r>
            <a:r>
              <a:rPr lang="en-US">
                <a:ea typeface="+mn-lt"/>
                <a:cs typeface="+mn-lt"/>
              </a:rPr>
              <a:t>safely.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It does not make sure you use password with enough entropy, rotate secrets automatically or prevent secrets from being exposed by badly </a:t>
            </a:r>
            <a:r>
              <a:rPr lang="en-US">
                <a:ea typeface="Calibri"/>
                <a:cs typeface="Calibri"/>
              </a:rPr>
              <a:t>designed tasks.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D90FA-D61A-3A82-21EC-DB9B7A9388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Ansible Vault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CFA96B-CF04-FAC5-2E87-DEC42F807F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Caution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9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F99F-83E5-864C-8B15-7505C158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960F08C-ECAA-3037-3406-4DFFE5E47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1. Ansible Vault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4636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8100-4D96-989B-A867-B0EC9D43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5FB928D-4E33-F470-221C-8283BA01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2. Ansible Galaxy</a:t>
            </a:r>
          </a:p>
        </p:txBody>
      </p:sp>
    </p:spTree>
    <p:extLst>
      <p:ext uri="{BB962C8B-B14F-4D97-AF65-F5344CB8AC3E}">
        <p14:creationId xmlns:p14="http://schemas.microsoft.com/office/powerpoint/2010/main" val="3503968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A7EB-4CD0-CCCB-4C94-33910397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CDDD2F7-6D8B-54F9-C13B-ADF3D4336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playbooks often require functionality that has already been implemented by others.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Instead of building everything from scratch, we can reuse existing </a:t>
            </a:r>
            <a:r>
              <a:rPr lang="en-US">
                <a:ea typeface="+mn-lt"/>
                <a:cs typeface="+mn-lt"/>
              </a:rPr>
              <a:t>Ansible content.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Ansible Galaxy</a:t>
            </a:r>
            <a:r>
              <a:rPr lang="en-US">
                <a:ea typeface="+mn-lt"/>
                <a:cs typeface="+mn-lt"/>
              </a:rPr>
              <a:t> provides a way to discover, install, and distribute reusable Ansible content.</a:t>
            </a:r>
            <a:endParaRPr lang="en-US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797899-2BA4-4D52-8E45-13AE5A6804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8B1554-67BB-E964-CF93-BD9D8869D9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Reusing automation</a:t>
            </a:r>
          </a:p>
        </p:txBody>
      </p:sp>
    </p:spTree>
    <p:extLst>
      <p:ext uri="{BB962C8B-B14F-4D97-AF65-F5344CB8AC3E}">
        <p14:creationId xmlns:p14="http://schemas.microsoft.com/office/powerpoint/2010/main" val="2423049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FA49-273F-0474-8BAC-49E257DE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85B737D-2C7C-B20E-1D7F-2EFBC4E4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Galaxy can be accessed through the </a:t>
            </a:r>
            <a:r>
              <a:rPr lang="en-US">
                <a:latin typeface="Consolas"/>
                <a:ea typeface="+mn-lt"/>
                <a:cs typeface="+mn-lt"/>
              </a:rPr>
              <a:t>ansible-galaxy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command line tool, and through their website at </a:t>
            </a:r>
            <a:r>
              <a:rPr lang="en-US" dirty="0">
                <a:ea typeface="+mn-lt"/>
                <a:cs typeface="+mn-lt"/>
                <a:hlinkClick r:id="rId2"/>
              </a:rPr>
              <a:t>galaxy.ansible.com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It provides </a:t>
            </a:r>
            <a:r>
              <a:rPr lang="en-US">
                <a:ea typeface="Calibri"/>
                <a:cs typeface="Calibri"/>
              </a:rPr>
              <a:t>access to Collections, Roles, Modules and Plugins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82064B-4782-2EF5-C062-2E0AF8E132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728FED-9BEB-8418-BCB3-84B442FEA7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Reusing automation</a:t>
            </a:r>
          </a:p>
        </p:txBody>
      </p:sp>
    </p:spTree>
    <p:extLst>
      <p:ext uri="{BB962C8B-B14F-4D97-AF65-F5344CB8AC3E}">
        <p14:creationId xmlns:p14="http://schemas.microsoft.com/office/powerpoint/2010/main" val="81189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C99F-645B-FE18-F54B-67324A42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C6AA1-2084-D5AC-0D0A-9D53D88D1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collection</a:t>
            </a:r>
            <a:r>
              <a:rPr lang="en-US">
                <a:ea typeface="+mn-lt"/>
                <a:cs typeface="+mn-lt"/>
              </a:rPr>
              <a:t> is a package of Ansible content that can include m</a:t>
            </a:r>
            <a:r>
              <a:rPr lang="en-US" dirty="0">
                <a:ea typeface="+mn-lt"/>
                <a:cs typeface="+mn-lt"/>
              </a:rPr>
              <a:t>odules, </a:t>
            </a:r>
            <a:r>
              <a:rPr lang="en-US">
                <a:ea typeface="+mn-lt"/>
                <a:cs typeface="+mn-lt"/>
              </a:rPr>
              <a:t>plugins and roles.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Ansible's own built-in functionalities, which you have used so far throughout the course, are accessible with the </a:t>
            </a:r>
            <a:r>
              <a:rPr lang="en-US" dirty="0" err="1">
                <a:latin typeface="Consolas"/>
                <a:ea typeface="Calibri"/>
                <a:cs typeface="Calibri"/>
              </a:rPr>
              <a:t>ansible.builtin</a:t>
            </a:r>
            <a:r>
              <a:rPr lang="en-US" dirty="0">
                <a:latin typeface="Consolas"/>
                <a:ea typeface="Calibri"/>
                <a:cs typeface="Calibri"/>
              </a:rPr>
              <a:t> </a:t>
            </a:r>
            <a:r>
              <a:rPr lang="en-US" dirty="0">
                <a:ea typeface="Calibri"/>
                <a:cs typeface="Calibri"/>
              </a:rPr>
              <a:t>collection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7A7C50-C3BE-9C6A-C0D9-DCE13E35B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EC43B3-DA04-EF1C-580E-2F9B2D0892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Collections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D30E5F6-4B88-923B-CFA0-CE5989A1DFBB}"/>
              </a:ext>
            </a:extLst>
          </p:cNvPr>
          <p:cNvSpPr txBox="1"/>
          <p:nvPr/>
        </p:nvSpPr>
        <p:spPr>
          <a:xfrm>
            <a:off x="4740250" y="5028696"/>
            <a:ext cx="2634763" cy="461665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endParaRPr lang="en-US" sz="2400" dirty="0" err="1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BD00A-BCCB-9EE3-1E74-8F455DD89AC4}"/>
              </a:ext>
            </a:extLst>
          </p:cNvPr>
          <p:cNvSpPr txBox="1"/>
          <p:nvPr/>
        </p:nvSpPr>
        <p:spPr>
          <a:xfrm>
            <a:off x="4617048" y="5514749"/>
            <a:ext cx="14404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namespace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A9C92-DCFF-9BA3-E551-27BC89E259A0}"/>
              </a:ext>
            </a:extLst>
          </p:cNvPr>
          <p:cNvSpPr txBox="1"/>
          <p:nvPr/>
        </p:nvSpPr>
        <p:spPr>
          <a:xfrm>
            <a:off x="5449232" y="5514749"/>
            <a:ext cx="14404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collection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9E568-65E4-801D-715E-654A985A9656}"/>
              </a:ext>
            </a:extLst>
          </p:cNvPr>
          <p:cNvSpPr txBox="1"/>
          <p:nvPr/>
        </p:nvSpPr>
        <p:spPr>
          <a:xfrm>
            <a:off x="6241310" y="5514749"/>
            <a:ext cx="144049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|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module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4602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2DA6-1B43-73CA-ED27-050FCE4B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6C08178-F098-91D3-B80F-645393B6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2878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You can install collections with the CLI.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But ra</a:t>
            </a:r>
            <a:r>
              <a:rPr lang="en-US" err="1">
                <a:ea typeface="Calibri"/>
                <a:cs typeface="Calibri"/>
              </a:rPr>
              <a:t>ther</a:t>
            </a:r>
            <a:r>
              <a:rPr lang="en-US" dirty="0" err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than manually installing dependencies, projects </a:t>
            </a:r>
            <a:r>
              <a:rPr lang="en-US" dirty="0">
                <a:ea typeface="+mn-lt"/>
                <a:cs typeface="+mn-lt"/>
              </a:rPr>
              <a:t>should normally declare them explicitly.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557AC5-1A27-2B33-D3C0-92CF94BB65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EEC1A2-E01A-CF8C-D814-0A9B1FA7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Collections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1ADEAC-7C83-8125-9283-6D572FD0CCDB}"/>
              </a:ext>
            </a:extLst>
          </p:cNvPr>
          <p:cNvSpPr txBox="1"/>
          <p:nvPr/>
        </p:nvSpPr>
        <p:spPr>
          <a:xfrm>
            <a:off x="980382" y="2772775"/>
            <a:ext cx="7778261" cy="33855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ansible-galaxy collection install </a:t>
            </a:r>
            <a:r>
              <a:rPr lang="en-US" sz="16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community.general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6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</a:t>
            </a:r>
            <a:r>
              <a:rPr lang="en-US" sz="16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ommunity.docker</a:t>
            </a:r>
            <a:endParaRPr lang="en-US" sz="1600" dirty="0" err="1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B7BE167-3CC7-C799-615F-B8F77F6815B2}"/>
              </a:ext>
            </a:extLst>
          </p:cNvPr>
          <p:cNvSpPr txBox="1"/>
          <p:nvPr/>
        </p:nvSpPr>
        <p:spPr>
          <a:xfrm>
            <a:off x="980382" y="4828169"/>
            <a:ext cx="4770367" cy="1754326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requirements.yml</a:t>
            </a:r>
            <a:endParaRPr lang="en-US" dirty="0" err="1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collections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  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community.general</a:t>
            </a:r>
            <a:endParaRPr lang="en-US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version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10.3.0</a:t>
            </a:r>
            <a:endParaRPr lang="en-US"/>
          </a:p>
          <a:p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  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community.docker</a:t>
            </a:r>
            <a:endParaRPr lang="en-US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version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4.0.0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04588-29FD-F637-DAF5-AFA8165CE75E}"/>
              </a:ext>
            </a:extLst>
          </p:cNvPr>
          <p:cNvSpPr txBox="1"/>
          <p:nvPr/>
        </p:nvSpPr>
        <p:spPr>
          <a:xfrm>
            <a:off x="980381" y="4246643"/>
            <a:ext cx="7778261" cy="33855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ansible-galaxy install -r </a:t>
            </a:r>
            <a:r>
              <a:rPr lang="en-US" sz="16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requirements.yml</a:t>
            </a:r>
            <a:endParaRPr lang="en-US" sz="1600" dirty="0" err="1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691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C252-17CC-498F-1B6C-0EBC88AC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2DD290C-A392-8CB1-3115-8FCA543C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805180" cy="3514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Once installed, you can reference collection content in your playbooks, like the </a:t>
            </a:r>
            <a:r>
              <a:rPr lang="en-US" dirty="0" err="1">
                <a:ea typeface="Calibri"/>
                <a:cs typeface="Calibri"/>
              </a:rPr>
              <a:t>docker_container</a:t>
            </a:r>
            <a:r>
              <a:rPr lang="en-US" dirty="0">
                <a:ea typeface="Calibri"/>
                <a:cs typeface="Calibri"/>
              </a:rPr>
              <a:t> module right here.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C4BFA5-4951-CEC1-65B6-F2582D26DE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0E287F-FA1F-CD47-7A8A-C1C3840C1E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Collections</a:t>
            </a:r>
            <a:endParaRPr 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301873C-F053-4A17-B003-CEE53E5DF785}"/>
              </a:ext>
            </a:extLst>
          </p:cNvPr>
          <p:cNvSpPr txBox="1"/>
          <p:nvPr/>
        </p:nvSpPr>
        <p:spPr>
          <a:xfrm>
            <a:off x="6888492" y="2218580"/>
            <a:ext cx="4770367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Run nginx container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community.docker.docker_container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image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nginx:latest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started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ports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  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"80:80"</a:t>
            </a:r>
            <a:endParaRPr lang="en-US"/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347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F8C6-EC06-5402-B3EB-7BED09FB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53BFFAF-CC68-2CE6-F87C-8EF0D64FE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525"/>
            <a:ext cx="10732082" cy="3525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Some older roles are not included within a collection. You can install them like this: </a:t>
            </a:r>
            <a:endParaRPr lang="en-US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Like</a:t>
            </a:r>
            <a:r>
              <a:rPr lang="en-US" dirty="0">
                <a:ea typeface="+mn-lt"/>
                <a:cs typeface="+mn-lt"/>
              </a:rPr>
              <a:t> collections, it is better though to declare them in your </a:t>
            </a:r>
            <a:r>
              <a:rPr lang="en-US">
                <a:ea typeface="+mn-lt"/>
                <a:cs typeface="+mn-lt"/>
              </a:rPr>
              <a:t>dependencies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583D38-43FA-BCFA-88E6-3C0257C7CE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Ansible Galaxy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258406-9893-85F8-2C0C-BC0FA39FDA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232466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Roles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BA9BDC-5462-F3CA-7E06-AC32F873B940}"/>
              </a:ext>
            </a:extLst>
          </p:cNvPr>
          <p:cNvSpPr txBox="1"/>
          <p:nvPr/>
        </p:nvSpPr>
        <p:spPr>
          <a:xfrm>
            <a:off x="980382" y="2548075"/>
            <a:ext cx="7778261" cy="33855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ansible-galaxy role install </a:t>
            </a:r>
            <a:r>
              <a:rPr lang="en-US" sz="16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geerlingguy.nginx</a:t>
            </a:r>
            <a:endParaRPr lang="en-US" sz="1600" dirty="0" err="1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F725B83-3219-47D6-9A40-B710FECD33A5}"/>
              </a:ext>
            </a:extLst>
          </p:cNvPr>
          <p:cNvSpPr txBox="1"/>
          <p:nvPr/>
        </p:nvSpPr>
        <p:spPr>
          <a:xfrm>
            <a:off x="980382" y="4008484"/>
            <a:ext cx="4770367" cy="2585323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requirements.yml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roles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9399B2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- 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geerlingguy.nginx</a:t>
            </a:r>
            <a:endParaRPr lang="en-US" dirty="0" err="1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version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 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"3.2.0"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collections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  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community.general</a:t>
            </a:r>
            <a:endParaRPr lang="en-US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version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10.3.0</a:t>
            </a:r>
            <a:endParaRPr lang="en-US"/>
          </a:p>
          <a:p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  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community.docker</a:t>
            </a:r>
            <a:endParaRPr lang="en-US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version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4.0.0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346CD-8C5B-FE31-FD1B-3E3A453F5E8B}"/>
              </a:ext>
            </a:extLst>
          </p:cNvPr>
          <p:cNvSpPr txBox="1"/>
          <p:nvPr/>
        </p:nvSpPr>
        <p:spPr>
          <a:xfrm>
            <a:off x="980381" y="3562656"/>
            <a:ext cx="7778261" cy="33855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ansible-galaxy install -r </a:t>
            </a:r>
            <a:r>
              <a:rPr lang="en-US" sz="1600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requirements.yml</a:t>
            </a:r>
            <a:endParaRPr lang="en-US" sz="1600" dirty="0" err="1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8204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57A-EB69-6D74-3612-93C715BC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A581F57-2735-24F8-65B2-651B6DC17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3. Integrating with Terraform</a:t>
            </a:r>
          </a:p>
        </p:txBody>
      </p:sp>
    </p:spTree>
    <p:extLst>
      <p:ext uri="{BB962C8B-B14F-4D97-AF65-F5344CB8AC3E}">
        <p14:creationId xmlns:p14="http://schemas.microsoft.com/office/powerpoint/2010/main" val="70477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DFF7-5159-A111-4D05-F129B0B5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C7A2C21-FE38-2760-D9AE-1893A09C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50248" cy="10094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As seen before, Terraform and Ansible solve different parts of the infrastructure problem.</a:t>
            </a:r>
            <a:endParaRPr lang="en-US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2E322B-A88C-7DD9-6F40-CB9DAF0ABA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B31EE0-1C80-3E92-03B2-D9783559E0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Ansible vs Terraform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A608B-1B1A-5FB0-FBA5-BEA1FCB0E376}"/>
              </a:ext>
            </a:extLst>
          </p:cNvPr>
          <p:cNvSpPr/>
          <p:nvPr/>
        </p:nvSpPr>
        <p:spPr>
          <a:xfrm>
            <a:off x="1743205" y="3538601"/>
            <a:ext cx="4269287" cy="1680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ea typeface="Calibri"/>
                <a:cs typeface="Calibri"/>
              </a:rPr>
              <a:t>Terraform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What infrastructure should exist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DA3D5-981F-FD6C-D0AF-516ABA2C1303}"/>
              </a:ext>
            </a:extLst>
          </p:cNvPr>
          <p:cNvSpPr/>
          <p:nvPr/>
        </p:nvSpPr>
        <p:spPr>
          <a:xfrm>
            <a:off x="6544849" y="3538601"/>
            <a:ext cx="4269287" cy="1680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ea typeface="Calibri"/>
                <a:cs typeface="Calibri"/>
              </a:rPr>
              <a:t>Ansible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How should the infrastr</a:t>
            </a:r>
            <a:r>
              <a:rPr lang="en-US">
                <a:ea typeface="Calibri"/>
                <a:cs typeface="Calibri"/>
              </a:rPr>
              <a:t>ucture be configured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30F6318E-2E50-CFD6-AFE2-8598FD2EBEA0}"/>
              </a:ext>
            </a:extLst>
          </p:cNvPr>
          <p:cNvSpPr txBox="1">
            <a:spLocks/>
          </p:cNvSpPr>
          <p:nvPr/>
        </p:nvSpPr>
        <p:spPr>
          <a:xfrm>
            <a:off x="792271" y="5351899"/>
            <a:ext cx="10450248" cy="1009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ea typeface="+mn-lt"/>
                <a:cs typeface="+mn-lt"/>
              </a:rPr>
              <a:t>Ansible needs infrastructure to be defined before it can </a:t>
            </a:r>
            <a:r>
              <a:rPr lang="en-US">
                <a:ea typeface="+mn-lt"/>
                <a:cs typeface="+mn-lt"/>
              </a:rPr>
              <a:t>accomplish its role.</a:t>
            </a:r>
            <a:endParaRPr lang="en-US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781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66FB-2FA2-97D1-5DF9-9ECA48D4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A59A5B-9C96-A544-ECB9-8EA3A9493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0222" cy="36263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Terraform already knows information that Ansible needs: hostname, IP address, etc...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Terraform can expose this information through outputs, which you can use to build inventory.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81EACD-1EBF-E1AD-232F-4EFC437B4E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5CD65F-9FD8-3B33-03C6-685B6E0BD3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Simple integration</a:t>
            </a: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29DDFD0-4A34-CDD9-3D4E-41643DA39949}"/>
              </a:ext>
            </a:extLst>
          </p:cNvPr>
          <p:cNvSpPr txBox="1"/>
          <p:nvPr/>
        </p:nvSpPr>
        <p:spPr>
          <a:xfrm>
            <a:off x="950303" y="4376986"/>
            <a:ext cx="4770367" cy="923330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F9E2AF"/>
                </a:solidFill>
                <a:ea typeface="+mn-lt"/>
                <a:cs typeface="+mn-lt"/>
              </a:rPr>
              <a:t>output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web_ip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  value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aws_instance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.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web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.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public_ip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}</a:t>
            </a:r>
            <a:endParaRPr lang="en-US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6D835A79-8601-C652-A103-5ABF130A49A3}"/>
              </a:ext>
            </a:extLst>
          </p:cNvPr>
          <p:cNvSpPr txBox="1"/>
          <p:nvPr/>
        </p:nvSpPr>
        <p:spPr>
          <a:xfrm>
            <a:off x="6364514" y="4379458"/>
            <a:ext cx="4770367" cy="147732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webservers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hosts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web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203.0.113.10</a:t>
            </a:r>
            <a:endParaRPr lang="en-US">
              <a:ea typeface="Calibri"/>
              <a:cs typeface="Calibri"/>
            </a:endParaRPr>
          </a:p>
          <a:p>
            <a:endParaRPr lang="en-US" i="1" dirty="0">
              <a:solidFill>
                <a:srgbClr val="9399B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3304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D5B3-1139-9CA1-F5A5-C09CDBC7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003B791-568E-40BE-E23C-F28F597C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50248" cy="10094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This approach decouples Ansible and Terraform, and makes it harder to maintain the </a:t>
            </a:r>
            <a:r>
              <a:rPr lang="en-US">
                <a:ea typeface="Calibri"/>
                <a:cs typeface="Calibri"/>
              </a:rPr>
              <a:t>inventory</a:t>
            </a:r>
            <a:r>
              <a:rPr lang="en-US" dirty="0">
                <a:ea typeface="Calibri"/>
                <a:cs typeface="Calibri"/>
              </a:rPr>
              <a:t> and run ansible. 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229697-DA73-DD84-89F9-A6E4C46B8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D7BE74-4899-4806-AF39-AA6D6322D8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Simple integration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ACF03-AE4A-2B5F-5E0D-16A62988AB01}"/>
              </a:ext>
            </a:extLst>
          </p:cNvPr>
          <p:cNvSpPr/>
          <p:nvPr/>
        </p:nvSpPr>
        <p:spPr>
          <a:xfrm>
            <a:off x="1096027" y="3423779"/>
            <a:ext cx="2098109" cy="553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Consolas"/>
                <a:ea typeface="Calibri"/>
                <a:cs typeface="Calibri"/>
              </a:rPr>
              <a:t>terraform apply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3BA0E-6D8D-151F-5B4C-61F105548A97}"/>
              </a:ext>
            </a:extLst>
          </p:cNvPr>
          <p:cNvSpPr/>
          <p:nvPr/>
        </p:nvSpPr>
        <p:spPr>
          <a:xfrm>
            <a:off x="3611670" y="3423778"/>
            <a:ext cx="2098109" cy="553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Consolas"/>
                <a:ea typeface="Calibri"/>
                <a:cs typeface="Calibri"/>
              </a:rPr>
              <a:t>terraform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FD03D-5571-9B87-5714-DA5028DDD7F2}"/>
              </a:ext>
            </a:extLst>
          </p:cNvPr>
          <p:cNvSpPr/>
          <p:nvPr/>
        </p:nvSpPr>
        <p:spPr>
          <a:xfrm>
            <a:off x="6158628" y="3423778"/>
            <a:ext cx="1931096" cy="553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Manually create </a:t>
            </a:r>
            <a:r>
              <a:rPr lang="en-US" dirty="0">
                <a:ea typeface="Calibri"/>
                <a:cs typeface="Calibri"/>
              </a:rPr>
              <a:t>ansible inventory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54FD2-68B9-6F16-6C2E-5C1719ADCF35}"/>
              </a:ext>
            </a:extLst>
          </p:cNvPr>
          <p:cNvSpPr/>
          <p:nvPr/>
        </p:nvSpPr>
        <p:spPr>
          <a:xfrm>
            <a:off x="8528134" y="3423778"/>
            <a:ext cx="1931096" cy="553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Consolas"/>
                <a:ea typeface="Calibri"/>
                <a:cs typeface="Calibri"/>
              </a:rPr>
              <a:t>ansible-playbook</a:t>
            </a:r>
            <a:endParaRPr lang="en-US">
              <a:latin typeface="Consola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87408E-00BA-990F-4C38-77FA09A9ABA8}"/>
              </a:ext>
            </a:extLst>
          </p:cNvPr>
          <p:cNvCxnSpPr/>
          <p:nvPr/>
        </p:nvCxnSpPr>
        <p:spPr>
          <a:xfrm flipV="1">
            <a:off x="3194137" y="3705615"/>
            <a:ext cx="396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E3527E-CBD9-1B9C-2B47-3DB188358748}"/>
              </a:ext>
            </a:extLst>
          </p:cNvPr>
          <p:cNvCxnSpPr>
            <a:cxnSpLocks/>
          </p:cNvCxnSpPr>
          <p:nvPr/>
        </p:nvCxnSpPr>
        <p:spPr>
          <a:xfrm flipV="1">
            <a:off x="5709780" y="3716052"/>
            <a:ext cx="396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FFF128-AF16-56A6-D388-0D7FD68E3726}"/>
              </a:ext>
            </a:extLst>
          </p:cNvPr>
          <p:cNvCxnSpPr>
            <a:cxnSpLocks/>
          </p:cNvCxnSpPr>
          <p:nvPr/>
        </p:nvCxnSpPr>
        <p:spPr>
          <a:xfrm flipV="1">
            <a:off x="8089725" y="3726491"/>
            <a:ext cx="396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6">
            <a:extLst>
              <a:ext uri="{FF2B5EF4-FFF2-40B4-BE49-F238E27FC236}">
                <a16:creationId xmlns:a16="http://schemas.microsoft.com/office/drawing/2014/main" id="{2210C538-4356-7139-78CA-5B700D1E4040}"/>
              </a:ext>
            </a:extLst>
          </p:cNvPr>
          <p:cNvSpPr txBox="1"/>
          <p:nvPr/>
        </p:nvSpPr>
        <p:spPr>
          <a:xfrm>
            <a:off x="3216937" y="4766501"/>
            <a:ext cx="5782887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terraform apply</a:t>
            </a:r>
            <a:endParaRPr lang="en-US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terraform output</a:t>
            </a:r>
            <a:endParaRPr lang="en-US" dirty="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latin typeface="Consolas"/>
                <a:ea typeface="+mn-lt"/>
                <a:cs typeface="+mn-lt"/>
              </a:rPr>
              <a:t># Needs to manage inventory before next step</a:t>
            </a:r>
            <a:endParaRPr lang="en-US">
              <a:latin typeface="Consolas"/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ansible-playbook -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inventory.yml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site.yml</a:t>
            </a:r>
            <a:endParaRPr lang="en-US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6083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9598-375E-F521-1E69-FF6D325B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D949684-6865-7DE1-2E84-12584CBB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0222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Using Dynamic </a:t>
            </a:r>
            <a:r>
              <a:rPr lang="en-US" sz="2400">
                <a:ea typeface="Calibri"/>
                <a:cs typeface="Calibri"/>
              </a:rPr>
              <a:t>inventories solves this issue. Dynamic</a:t>
            </a:r>
            <a:r>
              <a:rPr lang="en-US" sz="2400" dirty="0">
                <a:ea typeface="Calibri"/>
                <a:cs typeface="Calibri"/>
              </a:rPr>
              <a:t> Inventory plugins are </a:t>
            </a:r>
            <a:r>
              <a:rPr lang="en-US" sz="2400">
                <a:ea typeface="Calibri"/>
                <a:cs typeface="Calibri"/>
              </a:rPr>
              <a:t>available through Ansible Galaxy.</a:t>
            </a:r>
            <a:endParaRPr lang="en-US"/>
          </a:p>
          <a:p>
            <a:pPr>
              <a:buNone/>
            </a:pPr>
            <a:r>
              <a:rPr lang="en-US" sz="2400">
                <a:ea typeface="Calibri"/>
                <a:cs typeface="Calibri"/>
              </a:rPr>
              <a:t>In this course, since we use AWS, a few ansible plugins would suit out needs for configuring instances:</a:t>
            </a:r>
          </a:p>
          <a:p>
            <a:r>
              <a:rPr lang="en-US" sz="2400">
                <a:latin typeface="Consolas"/>
                <a:ea typeface="+mn-lt"/>
                <a:cs typeface="+mn-lt"/>
              </a:rPr>
              <a:t>amazon.aws.aws_ec2</a:t>
            </a:r>
            <a:endParaRPr lang="en-US"/>
          </a:p>
          <a:p>
            <a:r>
              <a:rPr lang="en-US" sz="2400" dirty="0" err="1">
                <a:latin typeface="Consolas"/>
                <a:ea typeface="+mn-lt"/>
                <a:cs typeface="+mn-lt"/>
              </a:rPr>
              <a:t>cloud.terraform.terraform_state</a:t>
            </a:r>
          </a:p>
          <a:p>
            <a:r>
              <a:rPr lang="en-US" sz="2400" dirty="0" err="1">
                <a:latin typeface="Consolas"/>
                <a:ea typeface="+mn-lt"/>
                <a:cs typeface="+mn-lt"/>
              </a:rPr>
              <a:t>cloud.terraform.terraform_provider</a:t>
            </a:r>
          </a:p>
          <a:p>
            <a:pPr marL="0" indent="0">
              <a:buNone/>
            </a:pPr>
            <a:endParaRPr lang="en-US" sz="2400" dirty="0" err="1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We'll focus on the </a:t>
            </a:r>
            <a:r>
              <a:rPr lang="en-US" sz="2400" err="1">
                <a:latin typeface="Consolas"/>
                <a:ea typeface="+mn-lt"/>
                <a:cs typeface="+mn-lt"/>
              </a:rPr>
              <a:t>terraform_state</a:t>
            </a:r>
            <a:r>
              <a:rPr lang="en-US" sz="2400">
                <a:latin typeface="Calibri"/>
                <a:ea typeface="+mn-lt"/>
                <a:cs typeface="+mn-lt"/>
              </a:rPr>
              <a:t> plugin, which relies on a terraform state backend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AB165B-AD1C-6145-430D-6B4F412F8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3C8C41-A64A-8CCA-42B9-CFBE2E6557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Dynamic Inventory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53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BA413-BBEB-AD46-5870-EDD2E1D8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788819A-D822-1896-C455-39016CE4F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617565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To use a dynamic inventory, you only need  a few steps: Installing the plugin, declaring the plugin in your </a:t>
            </a:r>
            <a:r>
              <a:rPr lang="en-US">
                <a:ea typeface="Calibri"/>
                <a:cs typeface="Calibri"/>
              </a:rPr>
              <a:t>inventory file.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You can inspect your inventory with the </a:t>
            </a:r>
            <a:r>
              <a:rPr lang="en-US" dirty="0">
                <a:latin typeface="Consolas"/>
                <a:ea typeface="Calibri"/>
                <a:cs typeface="Calibri"/>
              </a:rPr>
              <a:t>ansible-inventory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command.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BE3D60-D9E5-C6DA-3100-EA680D7A3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D93F69-2CF2-9C25-C1AB-FC099F1406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Dynamic Inventory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2CB5752-1A55-0E5F-93D9-6528F7403141}"/>
              </a:ext>
            </a:extLst>
          </p:cNvPr>
          <p:cNvSpPr txBox="1"/>
          <p:nvPr/>
        </p:nvSpPr>
        <p:spPr>
          <a:xfrm>
            <a:off x="6535648" y="1939080"/>
            <a:ext cx="5502150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ansible-galaxy collection </a:t>
            </a:r>
            <a:r>
              <a:rPr lang="en-US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install \</a:t>
            </a:r>
            <a:endParaRPr lang="en-US" dirty="0" err="1">
              <a:solidFill>
                <a:schemeClr val="bg1"/>
              </a:solidFill>
              <a:latin typeface="Calibri" panose="020F0502020204030204"/>
              <a:ea typeface="+mn-lt"/>
              <a:cs typeface="+mn-lt"/>
            </a:endParaRPr>
          </a:p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cloud.terraform</a:t>
            </a:r>
            <a:endParaRPr lang="en-US" dirty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476DF9A-4082-CF2B-3CA1-16A8A22BC949}"/>
              </a:ext>
            </a:extLst>
          </p:cNvPr>
          <p:cNvSpPr txBox="1"/>
          <p:nvPr/>
        </p:nvSpPr>
        <p:spPr>
          <a:xfrm>
            <a:off x="6534961" y="2985800"/>
            <a:ext cx="5502287" cy="147732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inventory.yml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5C2E7"/>
                </a:solidFill>
                <a:ea typeface="+mn-lt"/>
                <a:cs typeface="+mn-lt"/>
              </a:rPr>
              <a:t>---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plugin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cloud.terraform.terraform_state</a:t>
            </a:r>
            <a:endParaRPr lang="en-US" dirty="0" err="1">
              <a:ea typeface="Calibri"/>
              <a:cs typeface="Calibri"/>
            </a:endParaRPr>
          </a:p>
          <a:p>
            <a:r>
              <a:rPr lang="en-US">
                <a:solidFill>
                  <a:srgbClr val="A6E3A1"/>
                </a:solidFill>
                <a:ea typeface="Calibri"/>
                <a:cs typeface="Calibri"/>
              </a:rPr>
              <a:t>[...]</a:t>
            </a:r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9399B2"/>
              </a:solidFill>
              <a:ea typeface="Calibri"/>
              <a:cs typeface="Calibri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87D7346-BD8A-96D7-B3C3-03E0D7745B2D}"/>
              </a:ext>
            </a:extLst>
          </p:cNvPr>
          <p:cNvSpPr txBox="1"/>
          <p:nvPr/>
        </p:nvSpPr>
        <p:spPr>
          <a:xfrm>
            <a:off x="6535648" y="4505816"/>
            <a:ext cx="5502150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ansible-inventory -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inventory.yml</a:t>
            </a:r>
            <a:r>
              <a:rPr lang="en-US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--graph</a:t>
            </a:r>
          </a:p>
          <a:p>
            <a:r>
              <a:rPr lang="en-US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ansible-inventory -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inventory.yml</a:t>
            </a:r>
            <a:r>
              <a:rPr lang="en-US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 --list</a:t>
            </a:r>
            <a:endParaRPr lang="en-US" dirty="0" err="1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928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7792-3487-22A7-B84B-28B468E8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EEE4D20-D59B-F5FF-04CD-F27A8A37E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90617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Other inventory plugins may require additional setup information. For example, the </a:t>
            </a:r>
            <a:r>
              <a:rPr lang="en-US" dirty="0" err="1">
                <a:ea typeface="Calibri"/>
                <a:cs typeface="Calibri"/>
              </a:rPr>
              <a:t>cloud.terraform.terraform_state</a:t>
            </a:r>
            <a:r>
              <a:rPr lang="en-US" dirty="0">
                <a:ea typeface="Calibri"/>
                <a:cs typeface="Calibri"/>
              </a:rPr>
              <a:t> plugin documentation is available at </a:t>
            </a:r>
            <a:r>
              <a:rPr lang="en-US" dirty="0">
                <a:ea typeface="Calibri"/>
                <a:cs typeface="Calibri"/>
                <a:hlinkClick r:id="rId2"/>
              </a:rPr>
              <a:t>galaxy.ansible.com/ui/repo/published/cloud/terraform/content/inventory/terraform_state</a:t>
            </a:r>
            <a:endParaRPr lang="en-US" dirty="0"/>
          </a:p>
          <a:p>
            <a:pPr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3DC7F7-ED77-4C4A-FFF2-E856A77C6D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A31E4A-D65F-7C91-0A5B-8B2E0451E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Dynamic Inventory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7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3B4E-66EA-542D-2165-CD881A6D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7495F3B-82DB-0D36-41BC-EBB53EE6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858196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To use our plugin, we need to add the </a:t>
            </a:r>
            <a:r>
              <a:rPr lang="en-US" dirty="0">
                <a:latin typeface="Consolas"/>
                <a:ea typeface="Calibri"/>
                <a:cs typeface="Calibri"/>
              </a:rPr>
              <a:t>ansible/ansible</a:t>
            </a:r>
            <a:r>
              <a:rPr lang="en-US" dirty="0">
                <a:ea typeface="Calibri"/>
                <a:cs typeface="Calibri"/>
              </a:rPr>
              <a:t> terraform provider and add </a:t>
            </a:r>
            <a:r>
              <a:rPr lang="en-US">
                <a:ea typeface="Calibri"/>
                <a:cs typeface="Calibri"/>
              </a:rPr>
              <a:t>resources in our terraform config.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Calibri"/>
                <a:cs typeface="Calibri"/>
              </a:rPr>
              <a:t>Provider documentation: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  <a:hlinkClick r:id="rId2"/>
              </a:rPr>
              <a:t>https://registry.terraform.io/providers/ansible/ansible/latest/docs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BB5ECB-0ED7-521E-0442-7C38854235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4A9F3D-BD97-65BC-5CF5-BCB147C6AF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Terraform Ansible Provider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84901-F758-7C2A-A4BC-CA13E6B33673}"/>
              </a:ext>
            </a:extLst>
          </p:cNvPr>
          <p:cNvSpPr txBox="1"/>
          <p:nvPr/>
        </p:nvSpPr>
        <p:spPr>
          <a:xfrm>
            <a:off x="7076382" y="2090986"/>
            <a:ext cx="4770367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D6DEEB"/>
                </a:solidFill>
                <a:ea typeface="+mn-lt"/>
                <a:cs typeface="+mn-lt"/>
              </a:rPr>
              <a:t>terraform {</a:t>
            </a:r>
            <a:endParaRPr lang="en-US"/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C5E478"/>
                </a:solidFill>
                <a:ea typeface="+mn-lt"/>
                <a:cs typeface="+mn-lt"/>
              </a:rPr>
              <a:t>required_version</a:t>
            </a:r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  <a:r>
              <a:rPr lang="en-US" dirty="0">
                <a:solidFill>
                  <a:srgbClr val="ECC48D"/>
                </a:solidFill>
                <a:ea typeface="+mn-lt"/>
                <a:cs typeface="+mn-lt"/>
              </a:rPr>
              <a:t>&gt;= 1.11.0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</a:p>
          <a:p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D6DEEB"/>
                </a:solidFill>
                <a:ea typeface="+mn-lt"/>
                <a:cs typeface="+mn-lt"/>
              </a:rPr>
              <a:t>required_providers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C5E478"/>
                </a:solidFill>
                <a:ea typeface="+mn-lt"/>
                <a:cs typeface="+mn-lt"/>
              </a:rPr>
              <a:t>aws</a:t>
            </a:r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      source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ECC48D"/>
                </a:solidFill>
                <a:ea typeface="+mn-lt"/>
                <a:cs typeface="+mn-lt"/>
              </a:rPr>
              <a:t>hashicorp</a:t>
            </a:r>
            <a:r>
              <a:rPr lang="en-US" dirty="0">
                <a:solidFill>
                  <a:srgbClr val="ECC48D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ECC48D"/>
                </a:solidFill>
                <a:ea typeface="+mn-lt"/>
                <a:cs typeface="+mn-lt"/>
              </a:rPr>
              <a:t>aws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      version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D9F5DD"/>
                </a:solidFill>
                <a:ea typeface="+mn-lt"/>
                <a:cs typeface="+mn-lt"/>
              </a:rPr>
              <a:t>"</a:t>
            </a:r>
            <a:r>
              <a:rPr lang="en-US">
                <a:solidFill>
                  <a:srgbClr val="ECC48D"/>
                </a:solidFill>
                <a:ea typeface="+mn-lt"/>
                <a:cs typeface="+mn-lt"/>
              </a:rPr>
              <a:t>~&gt; 6.0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</a:p>
          <a:p>
            <a:r>
              <a:rPr lang="en-US">
                <a:solidFill>
                  <a:srgbClr val="D6DEEB"/>
                </a:solidFill>
                <a:ea typeface="+mn-lt"/>
                <a:cs typeface="+mn-lt"/>
              </a:rPr>
              <a:t>      }</a:t>
            </a:r>
            <a:endParaRPr lang="en-US"/>
          </a:p>
          <a:p>
            <a:r>
              <a:rPr lang="en-US">
                <a:solidFill>
                  <a:srgbClr val="C5E478"/>
                </a:solidFill>
                <a:ea typeface="+mn-lt"/>
                <a:cs typeface="+mn-lt"/>
              </a:rPr>
              <a:t>      ansible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{</a:t>
            </a:r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      source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D9F5DD"/>
                </a:solidFill>
                <a:ea typeface="+mn-lt"/>
                <a:cs typeface="+mn-lt"/>
              </a:rPr>
              <a:t>"</a:t>
            </a:r>
            <a:r>
              <a:rPr lang="en-US">
                <a:solidFill>
                  <a:srgbClr val="ECC48D"/>
                </a:solidFill>
                <a:ea typeface="+mn-lt"/>
                <a:cs typeface="+mn-lt"/>
              </a:rPr>
              <a:t>ansible/ansible</a:t>
            </a:r>
            <a:r>
              <a:rPr lang="en-US">
                <a:solidFill>
                  <a:srgbClr val="D9F5DD"/>
                </a:solidFill>
                <a:ea typeface="+mn-lt"/>
                <a:cs typeface="+mn-lt"/>
              </a:rPr>
              <a:t>"</a:t>
            </a:r>
            <a:endParaRPr lang="en-US" dirty="0"/>
          </a:p>
          <a:p>
            <a:r>
              <a:rPr lang="en-US" dirty="0">
                <a:solidFill>
                  <a:srgbClr val="C5E478"/>
                </a:solidFill>
                <a:ea typeface="+mn-lt"/>
                <a:cs typeface="+mn-lt"/>
              </a:rPr>
              <a:t>        version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C792EA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D6DEEB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  <a:r>
              <a:rPr lang="en-US">
                <a:solidFill>
                  <a:srgbClr val="ECC48D"/>
                </a:solidFill>
                <a:ea typeface="+mn-lt"/>
                <a:cs typeface="+mn-lt"/>
              </a:rPr>
              <a:t>~&gt; 1.5</a:t>
            </a:r>
            <a:r>
              <a:rPr lang="en-US" dirty="0">
                <a:solidFill>
                  <a:srgbClr val="D9F5DD"/>
                </a:solidFill>
                <a:ea typeface="+mn-lt"/>
                <a:cs typeface="+mn-lt"/>
              </a:rPr>
              <a:t>"</a:t>
            </a:r>
            <a:endParaRPr lang="en-US" dirty="0"/>
          </a:p>
          <a:p>
            <a:r>
              <a:rPr lang="en-US">
                <a:solidFill>
                  <a:srgbClr val="D6DEEB"/>
                </a:solidFill>
                <a:ea typeface="+mn-lt"/>
                <a:cs typeface="+mn-lt"/>
              </a:rPr>
              <a:t>      }</a:t>
            </a:r>
            <a:endParaRPr lang="en-US"/>
          </a:p>
          <a:p>
            <a:r>
              <a:rPr lang="en-US">
                <a:solidFill>
                  <a:srgbClr val="D6DEEB"/>
                </a:solidFill>
                <a:ea typeface="+mn-lt"/>
                <a:cs typeface="+mn-lt"/>
              </a:rPr>
              <a:t>   }</a:t>
            </a:r>
            <a:endParaRPr lang="en-US"/>
          </a:p>
          <a:p>
            <a:r>
              <a:rPr lang="en-US">
                <a:solidFill>
                  <a:srgbClr val="D6DEEB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rgbClr val="D6DEEB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9399B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251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2978-6B5B-BA87-A06C-D251699F9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0A3725-9DB8-72D3-7024-E035EB0E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16512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We must define an ansible host </a:t>
            </a:r>
            <a:r>
              <a:rPr lang="en-US">
                <a:ea typeface="Calibri"/>
                <a:cs typeface="Calibri"/>
              </a:rPr>
              <a:t>resource and link it to our created EC2.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We'll need to use an ssh key to allow ansible to connect to your instance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CB7C16-54DA-E5EB-3275-8E2588CF08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0AC9B6-8895-F60C-D4FE-394787FE4D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Terraform Ansible Provider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E1E62-72B1-8AF7-9DD6-B901AE930782}"/>
              </a:ext>
            </a:extLst>
          </p:cNvPr>
          <p:cNvSpPr txBox="1"/>
          <p:nvPr/>
        </p:nvSpPr>
        <p:spPr>
          <a:xfrm>
            <a:off x="6214120" y="1028196"/>
            <a:ext cx="5762971" cy="5355312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F9E2AF"/>
                </a:solidFill>
                <a:ea typeface="+mn-lt"/>
                <a:cs typeface="+mn-lt"/>
              </a:rPr>
              <a:t>resource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aws_key_pair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"web"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key_name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"web-key"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public_key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i="1" dirty="0">
                <a:solidFill>
                  <a:srgbClr val="89B4FA"/>
                </a:solidFill>
                <a:ea typeface="+mn-lt"/>
                <a:cs typeface="+mn-lt"/>
              </a:rPr>
              <a:t>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(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"~/.ssh/id_ed25519.pub"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)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}</a:t>
            </a:r>
            <a:endParaRPr lang="en-US"/>
          </a:p>
          <a:p>
            <a:endParaRPr lang="en-US" dirty="0">
              <a:solidFill>
                <a:srgbClr val="9399B2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F9E2AF"/>
                </a:solidFill>
                <a:ea typeface="+mn-lt"/>
                <a:cs typeface="+mn-lt"/>
              </a:rPr>
              <a:t>resource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aws_instance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"web"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 […]</a:t>
            </a:r>
            <a:endParaRPr lang="en-US">
              <a:solidFill>
                <a:srgbClr val="CDD6F4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 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key_name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aws_key_pair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.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web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.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key_name</a:t>
            </a:r>
            <a:endParaRPr lang="en-US">
              <a:solidFill>
                <a:srgbClr val="CDD6F4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dirty="0"/>
            </a:br>
            <a:r>
              <a:rPr lang="en-US" i="1" dirty="0">
                <a:solidFill>
                  <a:srgbClr val="F9E2AF"/>
                </a:solidFill>
                <a:ea typeface="+mn-lt"/>
                <a:cs typeface="+mn-lt"/>
              </a:rPr>
              <a:t>resource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94E2D5"/>
                </a:solidFill>
                <a:ea typeface="+mn-lt"/>
                <a:cs typeface="+mn-lt"/>
              </a:rPr>
              <a:t>ansible_host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"web"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 name 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"web-01"</a:t>
            </a:r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 groups 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"webservers"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]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variables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{</a:t>
            </a: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ansible_host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aws_instance.web.public_ip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ansible_user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"ubuntu"</a:t>
            </a: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ansible_ssh_private_key_file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=  </a:t>
            </a:r>
            <a:r>
              <a:rPr lang="en-US" i="1" dirty="0">
                <a:solidFill>
                  <a:srgbClr val="F38BA8"/>
                </a:solidFill>
                <a:ea typeface="+mn-lt"/>
                <a:cs typeface="+mn-lt"/>
              </a:rPr>
              <a:t>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(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"~/.ssh/id_ed25519"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)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}</a:t>
            </a:r>
            <a:endParaRPr lang="en-US" dirty="0">
              <a:solidFill>
                <a:srgbClr val="9399B2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rgbClr val="9399B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8232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D59D-53BB-14A5-9759-933A5CEA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E750FA7-D2F0-0D68-ADF4-04CD5ECD7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0406" cy="3866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Calibri"/>
                <a:cs typeface="Calibri"/>
              </a:rPr>
              <a:t>Terraform will now generate an ansible host resource to its state.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Ansible will use the dynamic </a:t>
            </a:r>
            <a:r>
              <a:rPr lang="en-US">
                <a:ea typeface="Calibri"/>
                <a:cs typeface="Calibri"/>
              </a:rPr>
              <a:t>inventory plugin to fetch connection hosts from the state.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You can now easily configure your </a:t>
            </a:r>
            <a:r>
              <a:rPr lang="en-US">
                <a:ea typeface="Calibri"/>
                <a:cs typeface="Calibri"/>
              </a:rPr>
              <a:t>provisioned</a:t>
            </a:r>
            <a:r>
              <a:rPr lang="en-US" dirty="0">
                <a:ea typeface="Calibri"/>
                <a:cs typeface="Calibri"/>
              </a:rPr>
              <a:t> infrastructure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4331B3-1221-99AA-F2FF-263174E3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B79AC7-175D-2CFB-2113-E20647A587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Terraform Ansible Provider</a:t>
            </a:r>
          </a:p>
        </p:txBody>
      </p:sp>
    </p:spTree>
    <p:extLst>
      <p:ext uri="{BB962C8B-B14F-4D97-AF65-F5344CB8AC3E}">
        <p14:creationId xmlns:p14="http://schemas.microsoft.com/office/powerpoint/2010/main" val="3092352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F792-9BB0-2D0A-704A-5D9D859C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EB908E5-F2EB-CE92-3803-E5F75CEEA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 Integrating with Terraform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54156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20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5962EC7E-FDEE-D84F-9BF9-F910FCF93787}" vid="{A8A75BDC-84E3-BB4E-B368-D9F6C207AC9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Thème Office</vt:lpstr>
      <vt:lpstr>Ansible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Backends and Collaboration</dc:title>
  <dc:creator>Draltan Marin</dc:creator>
  <cp:revision>2072</cp:revision>
  <dcterms:created xsi:type="dcterms:W3CDTF">2023-10-06T12:02:48Z</dcterms:created>
  <dcterms:modified xsi:type="dcterms:W3CDTF">2026-08-18T15:11:22Z</dcterms:modified>
</cp:coreProperties>
</file>